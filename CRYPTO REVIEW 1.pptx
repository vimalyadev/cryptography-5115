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sldIdLst>
    <p:sldId id="264" r:id="rId2"/>
    <p:sldId id="270" r:id="rId3"/>
    <p:sldId id="256" r:id="rId4"/>
    <p:sldId id="257" r:id="rId5"/>
    <p:sldId id="258" r:id="rId6"/>
    <p:sldId id="267" r:id="rId7"/>
    <p:sldId id="268" r:id="rId8"/>
    <p:sldId id="269" r:id="rId9"/>
    <p:sldId id="259" r:id="rId10"/>
    <p:sldId id="266" r:id="rId11"/>
    <p:sldId id="273" r:id="rId12"/>
    <p:sldId id="272" r:id="rId13"/>
    <p:sldId id="261"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1C1BB-786E-4C91-A679-057D7D082493}" v="26" dt="2026-09-04T04:17:50.373"/>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n .g" userId="8976663e866fc5c9" providerId="LiveId" clId="{30789ABB-B186-4E0E-ACB3-4FB14BDA1172}"/>
    <pc:docChg chg="undo custSel addSld delSld modSld sldOrd">
      <pc:chgData name="Varshan .g" userId="8976663e866fc5c9" providerId="LiveId" clId="{30789ABB-B186-4E0E-ACB3-4FB14BDA1172}" dt="2026-09-04T04:18:45.827" v="242" actId="1076"/>
      <pc:docMkLst>
        <pc:docMk/>
      </pc:docMkLst>
      <pc:sldChg chg="modSp mod">
        <pc:chgData name="Varshan .g" userId="8976663e866fc5c9" providerId="LiveId" clId="{30789ABB-B186-4E0E-ACB3-4FB14BDA1172}" dt="2026-09-04T03:41:56.815" v="78" actId="1076"/>
        <pc:sldMkLst>
          <pc:docMk/>
          <pc:sldMk cId="3084400392" sldId="256"/>
        </pc:sldMkLst>
        <pc:spChg chg="mod">
          <ac:chgData name="Varshan .g" userId="8976663e866fc5c9" providerId="LiveId" clId="{30789ABB-B186-4E0E-ACB3-4FB14BDA1172}" dt="2026-09-04T03:41:56.815" v="78" actId="1076"/>
          <ac:spMkLst>
            <pc:docMk/>
            <pc:sldMk cId="3084400392" sldId="256"/>
            <ac:spMk id="2" creationId="{E4EC945A-4D65-19D3-5A48-7DE45A29670F}"/>
          </ac:spMkLst>
        </pc:spChg>
        <pc:spChg chg="mod">
          <ac:chgData name="Varshan .g" userId="8976663e866fc5c9" providerId="LiveId" clId="{30789ABB-B186-4E0E-ACB3-4FB14BDA1172}" dt="2026-09-04T03:41:50.907" v="77" actId="1076"/>
          <ac:spMkLst>
            <pc:docMk/>
            <pc:sldMk cId="3084400392" sldId="256"/>
            <ac:spMk id="3" creationId="{D1E2A5E8-7203-200D-51F5-E6059D3430EB}"/>
          </ac:spMkLst>
        </pc:spChg>
      </pc:sldChg>
      <pc:sldChg chg="addSp delSp modSp mod">
        <pc:chgData name="Varshan .g" userId="8976663e866fc5c9" providerId="LiveId" clId="{30789ABB-B186-4E0E-ACB3-4FB14BDA1172}" dt="2026-09-04T03:42:36.368" v="89" actId="1076"/>
        <pc:sldMkLst>
          <pc:docMk/>
          <pc:sldMk cId="3576944232" sldId="257"/>
        </pc:sldMkLst>
        <pc:spChg chg="mod">
          <ac:chgData name="Varshan .g" userId="8976663e866fc5c9" providerId="LiveId" clId="{30789ABB-B186-4E0E-ACB3-4FB14BDA1172}" dt="2026-09-04T03:42:18.586" v="81" actId="14100"/>
          <ac:spMkLst>
            <pc:docMk/>
            <pc:sldMk cId="3576944232" sldId="257"/>
            <ac:spMk id="4" creationId="{91D27592-1AA0-8550-4E3E-E3A49EBA41D1}"/>
          </ac:spMkLst>
        </pc:spChg>
        <pc:spChg chg="add del">
          <ac:chgData name="Varshan .g" userId="8976663e866fc5c9" providerId="LiveId" clId="{30789ABB-B186-4E0E-ACB3-4FB14BDA1172}" dt="2026-09-04T03:42:20.464" v="83" actId="22"/>
          <ac:spMkLst>
            <pc:docMk/>
            <pc:sldMk cId="3576944232" sldId="257"/>
            <ac:spMk id="5" creationId="{86F6DF9D-8562-297E-08C3-9EA7AB9825A4}"/>
          </ac:spMkLst>
        </pc:spChg>
        <pc:spChg chg="add del">
          <ac:chgData name="Varshan .g" userId="8976663e866fc5c9" providerId="LiveId" clId="{30789ABB-B186-4E0E-ACB3-4FB14BDA1172}" dt="2026-09-04T03:42:30.523" v="85" actId="22"/>
          <ac:spMkLst>
            <pc:docMk/>
            <pc:sldMk cId="3576944232" sldId="257"/>
            <ac:spMk id="7" creationId="{F87B5656-41EB-AF7E-FED8-CCE4927CFD4F}"/>
          </ac:spMkLst>
        </pc:spChg>
        <pc:picChg chg="add mod">
          <ac:chgData name="Varshan .g" userId="8976663e866fc5c9" providerId="LiveId" clId="{30789ABB-B186-4E0E-ACB3-4FB14BDA1172}" dt="2026-09-04T03:42:36.368" v="89" actId="1076"/>
          <ac:picMkLst>
            <pc:docMk/>
            <pc:sldMk cId="3576944232" sldId="257"/>
            <ac:picMk id="8" creationId="{4C45C399-E8BB-6F7D-A8E1-39B4127A836E}"/>
          </ac:picMkLst>
        </pc:picChg>
      </pc:sldChg>
      <pc:sldChg chg="addSp delSp modSp mod">
        <pc:chgData name="Varshan .g" userId="8976663e866fc5c9" providerId="LiveId" clId="{30789ABB-B186-4E0E-ACB3-4FB14BDA1172}" dt="2026-09-04T03:43:30.724" v="96" actId="22"/>
        <pc:sldMkLst>
          <pc:docMk/>
          <pc:sldMk cId="405005903" sldId="258"/>
        </pc:sldMkLst>
        <pc:spChg chg="mod">
          <ac:chgData name="Varshan .g" userId="8976663e866fc5c9" providerId="LiveId" clId="{30789ABB-B186-4E0E-ACB3-4FB14BDA1172}" dt="2026-09-04T03:37:26.230" v="21" actId="1076"/>
          <ac:spMkLst>
            <pc:docMk/>
            <pc:sldMk cId="405005903" sldId="258"/>
            <ac:spMk id="2" creationId="{4A94E85E-C66B-71D4-08DA-A1EB9C573A3B}"/>
          </ac:spMkLst>
        </pc:spChg>
        <pc:spChg chg="del mod">
          <ac:chgData name="Varshan .g" userId="8976663e866fc5c9" providerId="LiveId" clId="{30789ABB-B186-4E0E-ACB3-4FB14BDA1172}" dt="2026-09-04T03:36:45.158" v="4" actId="478"/>
          <ac:spMkLst>
            <pc:docMk/>
            <pc:sldMk cId="405005903" sldId="258"/>
            <ac:spMk id="4" creationId="{6A6D0526-2BF1-2E5D-2C20-409294702C19}"/>
          </ac:spMkLst>
        </pc:spChg>
        <pc:spChg chg="add mod">
          <ac:chgData name="Varshan .g" userId="8976663e866fc5c9" providerId="LiveId" clId="{30789ABB-B186-4E0E-ACB3-4FB14BDA1172}" dt="2026-09-04T03:37:44.649" v="25" actId="123"/>
          <ac:spMkLst>
            <pc:docMk/>
            <pc:sldMk cId="405005903" sldId="258"/>
            <ac:spMk id="5" creationId="{9C3ECB35-8C74-0553-BAD4-485184E9FD5C}"/>
          </ac:spMkLst>
        </pc:spChg>
        <pc:spChg chg="del mod">
          <ac:chgData name="Varshan .g" userId="8976663e866fc5c9" providerId="LiveId" clId="{30789ABB-B186-4E0E-ACB3-4FB14BDA1172}" dt="2026-09-04T03:36:48.299" v="7" actId="478"/>
          <ac:spMkLst>
            <pc:docMk/>
            <pc:sldMk cId="405005903" sldId="258"/>
            <ac:spMk id="7" creationId="{41540FED-4428-4001-E225-7A4A63611328}"/>
          </ac:spMkLst>
        </pc:spChg>
        <pc:spChg chg="add del">
          <ac:chgData name="Varshan .g" userId="8976663e866fc5c9" providerId="LiveId" clId="{30789ABB-B186-4E0E-ACB3-4FB14BDA1172}" dt="2026-09-04T03:37:56.837" v="27" actId="22"/>
          <ac:spMkLst>
            <pc:docMk/>
            <pc:sldMk cId="405005903" sldId="258"/>
            <ac:spMk id="8" creationId="{A53656B1-A051-5626-1C51-2E4B195D9C42}"/>
          </ac:spMkLst>
        </pc:spChg>
        <pc:picChg chg="add del mod">
          <ac:chgData name="Varshan .g" userId="8976663e866fc5c9" providerId="LiveId" clId="{30789ABB-B186-4E0E-ACB3-4FB14BDA1172}" dt="2026-09-04T03:43:30.165" v="95" actId="478"/>
          <ac:picMkLst>
            <pc:docMk/>
            <pc:sldMk cId="405005903" sldId="258"/>
            <ac:picMk id="9" creationId="{EB223EE6-8349-C6B9-D548-15FFF69C4AF4}"/>
          </ac:picMkLst>
        </pc:picChg>
        <pc:picChg chg="add">
          <ac:chgData name="Varshan .g" userId="8976663e866fc5c9" providerId="LiveId" clId="{30789ABB-B186-4E0E-ACB3-4FB14BDA1172}" dt="2026-09-04T03:43:30.724" v="96" actId="22"/>
          <ac:picMkLst>
            <pc:docMk/>
            <pc:sldMk cId="405005903" sldId="258"/>
            <ac:picMk id="11" creationId="{57100F21-FD46-2DFB-BF07-2940A90F5FCC}"/>
          </ac:picMkLst>
        </pc:picChg>
      </pc:sldChg>
      <pc:sldChg chg="addSp delSp modSp mod">
        <pc:chgData name="Varshan .g" userId="8976663e866fc5c9" providerId="LiveId" clId="{30789ABB-B186-4E0E-ACB3-4FB14BDA1172}" dt="2026-09-04T03:48:37.831" v="157" actId="1076"/>
        <pc:sldMkLst>
          <pc:docMk/>
          <pc:sldMk cId="2593263357" sldId="259"/>
        </pc:sldMkLst>
        <pc:spChg chg="mod">
          <ac:chgData name="Varshan .g" userId="8976663e866fc5c9" providerId="LiveId" clId="{30789ABB-B186-4E0E-ACB3-4FB14BDA1172}" dt="2026-09-04T03:48:25.349" v="150" actId="1076"/>
          <ac:spMkLst>
            <pc:docMk/>
            <pc:sldMk cId="2593263357" sldId="259"/>
            <ac:spMk id="6" creationId="{FACBF324-26A9-8F1B-7109-6803DB31872B}"/>
          </ac:spMkLst>
        </pc:spChg>
        <pc:picChg chg="add del">
          <ac:chgData name="Varshan .g" userId="8976663e866fc5c9" providerId="LiveId" clId="{30789ABB-B186-4E0E-ACB3-4FB14BDA1172}" dt="2026-09-04T03:48:32.728" v="153" actId="478"/>
          <ac:picMkLst>
            <pc:docMk/>
            <pc:sldMk cId="2593263357" sldId="259"/>
            <ac:picMk id="4" creationId="{28C386D8-93ED-EB09-1A13-645CCAA34EB7}"/>
          </ac:picMkLst>
        </pc:picChg>
        <pc:picChg chg="add mod">
          <ac:chgData name="Varshan .g" userId="8976663e866fc5c9" providerId="LiveId" clId="{30789ABB-B186-4E0E-ACB3-4FB14BDA1172}" dt="2026-09-04T03:48:37.831" v="157" actId="1076"/>
          <ac:picMkLst>
            <pc:docMk/>
            <pc:sldMk cId="2593263357" sldId="259"/>
            <ac:picMk id="7" creationId="{AC87108F-F3A1-15DC-0D0F-63F24F5CB57F}"/>
          </ac:picMkLst>
        </pc:picChg>
      </pc:sldChg>
      <pc:sldChg chg="addSp modSp mod">
        <pc:chgData name="Varshan .g" userId="8976663e866fc5c9" providerId="LiveId" clId="{30789ABB-B186-4E0E-ACB3-4FB14BDA1172}" dt="2026-09-04T03:50:30.582" v="171" actId="14100"/>
        <pc:sldMkLst>
          <pc:docMk/>
          <pc:sldMk cId="2996220315" sldId="261"/>
        </pc:sldMkLst>
        <pc:spChg chg="mod">
          <ac:chgData name="Varshan .g" userId="8976663e866fc5c9" providerId="LiveId" clId="{30789ABB-B186-4E0E-ACB3-4FB14BDA1172}" dt="2026-09-04T03:49:40.125" v="161" actId="14100"/>
          <ac:spMkLst>
            <pc:docMk/>
            <pc:sldMk cId="2996220315" sldId="261"/>
            <ac:spMk id="2" creationId="{7CE7DB60-1A4A-8048-C3A2-7E4C0C9926D1}"/>
          </ac:spMkLst>
        </pc:spChg>
        <pc:spChg chg="mod">
          <ac:chgData name="Varshan .g" userId="8976663e866fc5c9" providerId="LiveId" clId="{30789ABB-B186-4E0E-ACB3-4FB14BDA1172}" dt="2026-09-04T03:50:19.141" v="167" actId="14100"/>
          <ac:spMkLst>
            <pc:docMk/>
            <pc:sldMk cId="2996220315" sldId="261"/>
            <ac:spMk id="4" creationId="{E6B527CA-8DA9-9D6A-40DC-C94E69C77C22}"/>
          </ac:spMkLst>
        </pc:spChg>
        <pc:spChg chg="add mod">
          <ac:chgData name="Varshan .g" userId="8976663e866fc5c9" providerId="LiveId" clId="{30789ABB-B186-4E0E-ACB3-4FB14BDA1172}" dt="2026-09-04T03:50:30.582" v="171" actId="14100"/>
          <ac:spMkLst>
            <pc:docMk/>
            <pc:sldMk cId="2996220315" sldId="261"/>
            <ac:spMk id="5" creationId="{05E5C757-F7C3-5598-DD67-C935814070B0}"/>
          </ac:spMkLst>
        </pc:spChg>
      </pc:sldChg>
      <pc:sldChg chg="modSp mod">
        <pc:chgData name="Varshan .g" userId="8976663e866fc5c9" providerId="LiveId" clId="{30789ABB-B186-4E0E-ACB3-4FB14BDA1172}" dt="2026-09-02T08:53:58.645" v="1" actId="20577"/>
        <pc:sldMkLst>
          <pc:docMk/>
          <pc:sldMk cId="2639212720" sldId="264"/>
        </pc:sldMkLst>
        <pc:spChg chg="mod">
          <ac:chgData name="Varshan .g" userId="8976663e866fc5c9" providerId="LiveId" clId="{30789ABB-B186-4E0E-ACB3-4FB14BDA1172}" dt="2026-09-02T08:53:58.645" v="1" actId="20577"/>
          <ac:spMkLst>
            <pc:docMk/>
            <pc:sldMk cId="2639212720" sldId="264"/>
            <ac:spMk id="2" creationId="{C0D500DA-EB72-14E7-8438-E753A789CA7D}"/>
          </ac:spMkLst>
        </pc:spChg>
      </pc:sldChg>
      <pc:sldChg chg="addSp delSp modSp mod">
        <pc:chgData name="Varshan .g" userId="8976663e866fc5c9" providerId="LiveId" clId="{30789ABB-B186-4E0E-ACB3-4FB14BDA1172}" dt="2026-09-04T04:15:31.843" v="218" actId="1076"/>
        <pc:sldMkLst>
          <pc:docMk/>
          <pc:sldMk cId="3638988534" sldId="265"/>
        </pc:sldMkLst>
        <pc:spChg chg="add del mod">
          <ac:chgData name="Varshan .g" userId="8976663e866fc5c9" providerId="LiveId" clId="{30789ABB-B186-4E0E-ACB3-4FB14BDA1172}" dt="2026-09-04T04:05:03.723" v="214" actId="478"/>
          <ac:spMkLst>
            <pc:docMk/>
            <pc:sldMk cId="3638988534" sldId="265"/>
            <ac:spMk id="4" creationId="{1F3D1590-04B5-3268-719A-938134A1722B}"/>
          </ac:spMkLst>
        </pc:spChg>
        <pc:picChg chg="add del mod">
          <ac:chgData name="Varshan .g" userId="8976663e866fc5c9" providerId="LiveId" clId="{30789ABB-B186-4E0E-ACB3-4FB14BDA1172}" dt="2026-09-04T03:56:54.588" v="209" actId="22"/>
          <ac:picMkLst>
            <pc:docMk/>
            <pc:sldMk cId="3638988534" sldId="265"/>
            <ac:picMk id="3" creationId="{9B650F6B-8375-DAA7-3DF8-FA50CA0AFA8F}"/>
          </ac:picMkLst>
        </pc:picChg>
        <pc:picChg chg="add mod">
          <ac:chgData name="Varshan .g" userId="8976663e866fc5c9" providerId="LiveId" clId="{30789ABB-B186-4E0E-ACB3-4FB14BDA1172}" dt="2026-09-04T04:15:31.843" v="218" actId="1076"/>
          <ac:picMkLst>
            <pc:docMk/>
            <pc:sldMk cId="3638988534" sldId="265"/>
            <ac:picMk id="5" creationId="{B6C2433D-3BA5-BD67-9F98-28936FB4EA9F}"/>
          </ac:picMkLst>
        </pc:picChg>
        <pc:picChg chg="add del mod">
          <ac:chgData name="Varshan .g" userId="8976663e866fc5c9" providerId="LiveId" clId="{30789ABB-B186-4E0E-ACB3-4FB14BDA1172}" dt="2026-09-04T03:56:54.940" v="210" actId="478"/>
          <ac:picMkLst>
            <pc:docMk/>
            <pc:sldMk cId="3638988534" sldId="265"/>
            <ac:picMk id="9" creationId="{37DD08E1-8346-A96E-830D-CF647D2635D4}"/>
          </ac:picMkLst>
        </pc:picChg>
      </pc:sldChg>
      <pc:sldChg chg="addSp delSp modSp mod">
        <pc:chgData name="Varshan .g" userId="8976663e866fc5c9" providerId="LiveId" clId="{30789ABB-B186-4E0E-ACB3-4FB14BDA1172}" dt="2026-09-04T03:51:25.152" v="185" actId="1076"/>
        <pc:sldMkLst>
          <pc:docMk/>
          <pc:sldMk cId="3180566937" sldId="266"/>
        </pc:sldMkLst>
        <pc:spChg chg="add del">
          <ac:chgData name="Varshan .g" userId="8976663e866fc5c9" providerId="LiveId" clId="{30789ABB-B186-4E0E-ACB3-4FB14BDA1172}" dt="2026-09-04T03:51:07.658" v="180" actId="22"/>
          <ac:spMkLst>
            <pc:docMk/>
            <pc:sldMk cId="3180566937" sldId="266"/>
            <ac:spMk id="3" creationId="{120810D3-D512-E85E-7976-CF80D3F8CE29}"/>
          </ac:spMkLst>
        </pc:spChg>
        <pc:spChg chg="add del">
          <ac:chgData name="Varshan .g" userId="8976663e866fc5c9" providerId="LiveId" clId="{30789ABB-B186-4E0E-ACB3-4FB14BDA1172}" dt="2026-09-04T03:51:18.195" v="182" actId="22"/>
          <ac:spMkLst>
            <pc:docMk/>
            <pc:sldMk cId="3180566937" sldId="266"/>
            <ac:spMk id="6" creationId="{96A350FD-3151-3CFB-06D8-AE9513811BFA}"/>
          </ac:spMkLst>
        </pc:spChg>
        <pc:spChg chg="del mod">
          <ac:chgData name="Varshan .g" userId="8976663e866fc5c9" providerId="LiveId" clId="{30789ABB-B186-4E0E-ACB3-4FB14BDA1172}" dt="2026-09-04T03:51:04.570" v="177" actId="478"/>
          <ac:spMkLst>
            <pc:docMk/>
            <pc:sldMk cId="3180566937" sldId="266"/>
            <ac:spMk id="9" creationId="{2B0EDC40-AE31-F196-A284-637B5E5D148F}"/>
          </ac:spMkLst>
        </pc:spChg>
        <pc:picChg chg="del">
          <ac:chgData name="Varshan .g" userId="8976663e866fc5c9" providerId="LiveId" clId="{30789ABB-B186-4E0E-ACB3-4FB14BDA1172}" dt="2026-09-04T03:51:05.839" v="178" actId="478"/>
          <ac:picMkLst>
            <pc:docMk/>
            <pc:sldMk cId="3180566937" sldId="266"/>
            <ac:picMk id="5" creationId="{A3317DEA-70F8-F7E4-DF0B-730DC4A41885}"/>
          </ac:picMkLst>
        </pc:picChg>
        <pc:picChg chg="add mod">
          <ac:chgData name="Varshan .g" userId="8976663e866fc5c9" providerId="LiveId" clId="{30789ABB-B186-4E0E-ACB3-4FB14BDA1172}" dt="2026-09-04T03:51:25.152" v="185" actId="1076"/>
          <ac:picMkLst>
            <pc:docMk/>
            <pc:sldMk cId="3180566937" sldId="266"/>
            <ac:picMk id="8" creationId="{58811BFA-31D3-3108-A5C7-DB9C8545241B}"/>
          </ac:picMkLst>
        </pc:picChg>
      </pc:sldChg>
      <pc:sldChg chg="addSp delSp modSp add mod">
        <pc:chgData name="Varshan .g" userId="8976663e866fc5c9" providerId="LiveId" clId="{30789ABB-B186-4E0E-ACB3-4FB14BDA1172}" dt="2026-09-04T03:47:09.739" v="132" actId="1076"/>
        <pc:sldMkLst>
          <pc:docMk/>
          <pc:sldMk cId="1598515711" sldId="267"/>
        </pc:sldMkLst>
        <pc:spChg chg="mod">
          <ac:chgData name="Varshan .g" userId="8976663e866fc5c9" providerId="LiveId" clId="{30789ABB-B186-4E0E-ACB3-4FB14BDA1172}" dt="2026-09-04T03:38:29.951" v="44" actId="113"/>
          <ac:spMkLst>
            <pc:docMk/>
            <pc:sldMk cId="1598515711" sldId="267"/>
            <ac:spMk id="2" creationId="{F0A04684-7779-EE66-67AE-0CB188919274}"/>
          </ac:spMkLst>
        </pc:spChg>
        <pc:spChg chg="mod">
          <ac:chgData name="Varshan .g" userId="8976663e866fc5c9" providerId="LiveId" clId="{30789ABB-B186-4E0E-ACB3-4FB14BDA1172}" dt="2026-09-04T03:44:55.267" v="99" actId="1076"/>
          <ac:spMkLst>
            <pc:docMk/>
            <pc:sldMk cId="1598515711" sldId="267"/>
            <ac:spMk id="5" creationId="{DC7D67F8-10D6-336A-78FB-DC455E2BE302}"/>
          </ac:spMkLst>
        </pc:spChg>
        <pc:spChg chg="add del">
          <ac:chgData name="Varshan .g" userId="8976663e866fc5c9" providerId="LiveId" clId="{30789ABB-B186-4E0E-ACB3-4FB14BDA1172}" dt="2026-09-04T03:47:02.840" v="129" actId="22"/>
          <ac:spMkLst>
            <pc:docMk/>
            <pc:sldMk cId="1598515711" sldId="267"/>
            <ac:spMk id="6" creationId="{5F5537C6-684F-3CD9-C889-59C9062E8375}"/>
          </ac:spMkLst>
        </pc:spChg>
        <pc:picChg chg="add del mod">
          <ac:chgData name="Varshan .g" userId="8976663e866fc5c9" providerId="LiveId" clId="{30789ABB-B186-4E0E-ACB3-4FB14BDA1172}" dt="2026-09-04T03:47:01.194" v="127" actId="478"/>
          <ac:picMkLst>
            <pc:docMk/>
            <pc:sldMk cId="1598515711" sldId="267"/>
            <ac:picMk id="3" creationId="{09CE65F1-AF78-8CB6-3B47-574E337105B7}"/>
          </ac:picMkLst>
        </pc:picChg>
        <pc:picChg chg="add mod">
          <ac:chgData name="Varshan .g" userId="8976663e866fc5c9" providerId="LiveId" clId="{30789ABB-B186-4E0E-ACB3-4FB14BDA1172}" dt="2026-09-04T03:47:09.739" v="132" actId="1076"/>
          <ac:picMkLst>
            <pc:docMk/>
            <pc:sldMk cId="1598515711" sldId="267"/>
            <ac:picMk id="7" creationId="{460CDDD9-7366-6459-4F91-7295D55BCD92}"/>
          </ac:picMkLst>
        </pc:picChg>
        <pc:picChg chg="del">
          <ac:chgData name="Varshan .g" userId="8976663e866fc5c9" providerId="LiveId" clId="{30789ABB-B186-4E0E-ACB3-4FB14BDA1172}" dt="2026-09-04T03:43:17.814" v="92" actId="478"/>
          <ac:picMkLst>
            <pc:docMk/>
            <pc:sldMk cId="1598515711" sldId="267"/>
            <ac:picMk id="9" creationId="{5311DFE8-C07E-06CE-EEF2-9F5A90BF5D74}"/>
          </ac:picMkLst>
        </pc:picChg>
      </pc:sldChg>
      <pc:sldChg chg="addSp delSp modSp add mod">
        <pc:chgData name="Varshan .g" userId="8976663e866fc5c9" providerId="LiveId" clId="{30789ABB-B186-4E0E-ACB3-4FB14BDA1172}" dt="2026-09-04T03:47:31.087" v="141" actId="1076"/>
        <pc:sldMkLst>
          <pc:docMk/>
          <pc:sldMk cId="214777230" sldId="268"/>
        </pc:sldMkLst>
        <pc:spChg chg="mod">
          <ac:chgData name="Varshan .g" userId="8976663e866fc5c9" providerId="LiveId" clId="{30789ABB-B186-4E0E-ACB3-4FB14BDA1172}" dt="2026-09-04T03:45:37.260" v="110" actId="122"/>
          <ac:spMkLst>
            <pc:docMk/>
            <pc:sldMk cId="214777230" sldId="268"/>
            <ac:spMk id="2" creationId="{7FE56338-5930-4303-62F0-2BD00C7CBA35}"/>
          </ac:spMkLst>
        </pc:spChg>
        <pc:spChg chg="mod">
          <ac:chgData name="Varshan .g" userId="8976663e866fc5c9" providerId="LiveId" clId="{30789ABB-B186-4E0E-ACB3-4FB14BDA1172}" dt="2026-09-04T03:45:40.318" v="111" actId="1076"/>
          <ac:spMkLst>
            <pc:docMk/>
            <pc:sldMk cId="214777230" sldId="268"/>
            <ac:spMk id="5" creationId="{B559B075-5FA4-9282-3677-F7F3F31810C0}"/>
          </ac:spMkLst>
        </pc:spChg>
        <pc:picChg chg="add del">
          <ac:chgData name="Varshan .g" userId="8976663e866fc5c9" providerId="LiveId" clId="{30789ABB-B186-4E0E-ACB3-4FB14BDA1172}" dt="2026-09-04T03:47:25.866" v="136" actId="478"/>
          <ac:picMkLst>
            <pc:docMk/>
            <pc:sldMk cId="214777230" sldId="268"/>
            <ac:picMk id="3" creationId="{821AC803-94CE-37C6-14ED-6B90CA1638C3}"/>
          </ac:picMkLst>
        </pc:picChg>
        <pc:picChg chg="add mod">
          <ac:chgData name="Varshan .g" userId="8976663e866fc5c9" providerId="LiveId" clId="{30789ABB-B186-4E0E-ACB3-4FB14BDA1172}" dt="2026-09-04T03:47:31.087" v="141" actId="1076"/>
          <ac:picMkLst>
            <pc:docMk/>
            <pc:sldMk cId="214777230" sldId="268"/>
            <ac:picMk id="4" creationId="{5691E6C5-5407-A44F-23B6-755BDD1C57EB}"/>
          </ac:picMkLst>
        </pc:picChg>
        <pc:picChg chg="del">
          <ac:chgData name="Varshan .g" userId="8976663e866fc5c9" providerId="LiveId" clId="{30789ABB-B186-4E0E-ACB3-4FB14BDA1172}" dt="2026-09-04T03:47:20.373" v="133" actId="478"/>
          <ac:picMkLst>
            <pc:docMk/>
            <pc:sldMk cId="214777230" sldId="268"/>
            <ac:picMk id="9" creationId="{F5FE9128-0024-EE3B-4440-6BA243252563}"/>
          </ac:picMkLst>
        </pc:picChg>
      </pc:sldChg>
      <pc:sldChg chg="addSp delSp modSp add mod">
        <pc:chgData name="Varshan .g" userId="8976663e866fc5c9" providerId="LiveId" clId="{30789ABB-B186-4E0E-ACB3-4FB14BDA1172}" dt="2026-09-04T03:47:51.928" v="149" actId="1076"/>
        <pc:sldMkLst>
          <pc:docMk/>
          <pc:sldMk cId="3559506866" sldId="269"/>
        </pc:sldMkLst>
        <pc:spChg chg="mod">
          <ac:chgData name="Varshan .g" userId="8976663e866fc5c9" providerId="LiveId" clId="{30789ABB-B186-4E0E-ACB3-4FB14BDA1172}" dt="2026-09-04T03:46:41.615" v="126" actId="255"/>
          <ac:spMkLst>
            <pc:docMk/>
            <pc:sldMk cId="3559506866" sldId="269"/>
            <ac:spMk id="2" creationId="{D2071DA1-78E7-51E8-6135-CB3A06D10E3D}"/>
          </ac:spMkLst>
        </pc:spChg>
        <pc:spChg chg="mod">
          <ac:chgData name="Varshan .g" userId="8976663e866fc5c9" providerId="LiveId" clId="{30789ABB-B186-4E0E-ACB3-4FB14BDA1172}" dt="2026-09-04T03:46:15.124" v="119" actId="113"/>
          <ac:spMkLst>
            <pc:docMk/>
            <pc:sldMk cId="3559506866" sldId="269"/>
            <ac:spMk id="5" creationId="{BA8247F4-F5C6-991B-53D4-CB4C89B058FA}"/>
          </ac:spMkLst>
        </pc:spChg>
        <pc:picChg chg="add del">
          <ac:chgData name="Varshan .g" userId="8976663e866fc5c9" providerId="LiveId" clId="{30789ABB-B186-4E0E-ACB3-4FB14BDA1172}" dt="2026-09-04T03:47:47.668" v="145" actId="478"/>
          <ac:picMkLst>
            <pc:docMk/>
            <pc:sldMk cId="3559506866" sldId="269"/>
            <ac:picMk id="3" creationId="{0E60DB7C-4A59-070F-0C18-04AB1978BBBF}"/>
          </ac:picMkLst>
        </pc:picChg>
        <pc:picChg chg="add mod">
          <ac:chgData name="Varshan .g" userId="8976663e866fc5c9" providerId="LiveId" clId="{30789ABB-B186-4E0E-ACB3-4FB14BDA1172}" dt="2026-09-04T03:47:51.928" v="149" actId="1076"/>
          <ac:picMkLst>
            <pc:docMk/>
            <pc:sldMk cId="3559506866" sldId="269"/>
            <ac:picMk id="4" creationId="{7825889F-5931-1E85-648C-E55D8C1F31D9}"/>
          </ac:picMkLst>
        </pc:picChg>
        <pc:picChg chg="del">
          <ac:chgData name="Varshan .g" userId="8976663e866fc5c9" providerId="LiveId" clId="{30789ABB-B186-4E0E-ACB3-4FB14BDA1172}" dt="2026-09-04T03:47:42.663" v="142" actId="478"/>
          <ac:picMkLst>
            <pc:docMk/>
            <pc:sldMk cId="3559506866" sldId="269"/>
            <ac:picMk id="9" creationId="{14B72AFA-38F1-0828-7BA1-3C3AC768AF5C}"/>
          </ac:picMkLst>
        </pc:picChg>
      </pc:sldChg>
      <pc:sldChg chg="addSp delSp modSp add mod">
        <pc:chgData name="Varshan .g" userId="8976663e866fc5c9" providerId="LiveId" clId="{30789ABB-B186-4E0E-ACB3-4FB14BDA1172}" dt="2026-09-04T03:40:48.878" v="67" actId="1076"/>
        <pc:sldMkLst>
          <pc:docMk/>
          <pc:sldMk cId="3216998933" sldId="270"/>
        </pc:sldMkLst>
        <pc:spChg chg="mod">
          <ac:chgData name="Varshan .g" userId="8976663e866fc5c9" providerId="LiveId" clId="{30789ABB-B186-4E0E-ACB3-4FB14BDA1172}" dt="2026-09-04T03:40:33.692" v="62" actId="1076"/>
          <ac:spMkLst>
            <pc:docMk/>
            <pc:sldMk cId="3216998933" sldId="270"/>
            <ac:spMk id="2" creationId="{5A48CF9D-368B-F44A-1342-8F4D87E7B19B}"/>
          </ac:spMkLst>
        </pc:spChg>
        <pc:spChg chg="mod">
          <ac:chgData name="Varshan .g" userId="8976663e866fc5c9" providerId="LiveId" clId="{30789ABB-B186-4E0E-ACB3-4FB14BDA1172}" dt="2026-09-04T03:40:45.154" v="65" actId="14100"/>
          <ac:spMkLst>
            <pc:docMk/>
            <pc:sldMk cId="3216998933" sldId="270"/>
            <ac:spMk id="3" creationId="{05B33D20-7C3D-6D0F-9847-E6FD861BB28C}"/>
          </ac:spMkLst>
        </pc:spChg>
        <pc:spChg chg="add del">
          <ac:chgData name="Varshan .g" userId="8976663e866fc5c9" providerId="LiveId" clId="{30789ABB-B186-4E0E-ACB3-4FB14BDA1172}" dt="2026-09-04T03:40:18.841" v="57" actId="22"/>
          <ac:spMkLst>
            <pc:docMk/>
            <pc:sldMk cId="3216998933" sldId="270"/>
            <ac:spMk id="5" creationId="{CAF9E4CC-6662-142C-6943-3D6366CBEE1E}"/>
          </ac:spMkLst>
        </pc:spChg>
        <pc:picChg chg="add mod">
          <ac:chgData name="Varshan .g" userId="8976663e866fc5c9" providerId="LiveId" clId="{30789ABB-B186-4E0E-ACB3-4FB14BDA1172}" dt="2026-09-04T03:40:48.878" v="67" actId="1076"/>
          <ac:picMkLst>
            <pc:docMk/>
            <pc:sldMk cId="3216998933" sldId="270"/>
            <ac:picMk id="6" creationId="{270F75B3-5976-01BB-47E5-12DF878557C0}"/>
          </ac:picMkLst>
        </pc:picChg>
      </pc:sldChg>
      <pc:sldChg chg="modSp add del mod ord">
        <pc:chgData name="Varshan .g" userId="8976663e866fc5c9" providerId="LiveId" clId="{30789ABB-B186-4E0E-ACB3-4FB14BDA1172}" dt="2026-09-04T04:04:52.295" v="212" actId="2696"/>
        <pc:sldMkLst>
          <pc:docMk/>
          <pc:sldMk cId="1333110453" sldId="271"/>
        </pc:sldMkLst>
        <pc:spChg chg="mod">
          <ac:chgData name="Varshan .g" userId="8976663e866fc5c9" providerId="LiveId" clId="{30789ABB-B186-4E0E-ACB3-4FB14BDA1172}" dt="2026-09-04T03:52:19.219" v="189" actId="20577"/>
          <ac:spMkLst>
            <pc:docMk/>
            <pc:sldMk cId="1333110453" sldId="271"/>
            <ac:spMk id="2" creationId="{34736537-9921-1D0E-8A8C-B82D76061532}"/>
          </ac:spMkLst>
        </pc:spChg>
      </pc:sldChg>
      <pc:sldChg chg="delSp modSp add mod">
        <pc:chgData name="Varshan .g" userId="8976663e866fc5c9" providerId="LiveId" clId="{30789ABB-B186-4E0E-ACB3-4FB14BDA1172}" dt="2026-09-04T03:53:11.372" v="203" actId="1076"/>
        <pc:sldMkLst>
          <pc:docMk/>
          <pc:sldMk cId="2501673203" sldId="272"/>
        </pc:sldMkLst>
        <pc:spChg chg="mod">
          <ac:chgData name="Varshan .g" userId="8976663e866fc5c9" providerId="LiveId" clId="{30789ABB-B186-4E0E-ACB3-4FB14BDA1172}" dt="2026-09-04T03:52:35.092" v="194" actId="113"/>
          <ac:spMkLst>
            <pc:docMk/>
            <pc:sldMk cId="2501673203" sldId="272"/>
            <ac:spMk id="2" creationId="{4AEB2946-9280-F9B9-D5A2-3BC16FFA97FB}"/>
          </ac:spMkLst>
        </pc:spChg>
        <pc:spChg chg="mod">
          <ac:chgData name="Varshan .g" userId="8976663e866fc5c9" providerId="LiveId" clId="{30789ABB-B186-4E0E-ACB3-4FB14BDA1172}" dt="2026-09-04T03:53:11.372" v="203" actId="1076"/>
          <ac:spMkLst>
            <pc:docMk/>
            <pc:sldMk cId="2501673203" sldId="272"/>
            <ac:spMk id="5" creationId="{CFD2C81A-60A7-FC06-88B6-538AB8063835}"/>
          </ac:spMkLst>
        </pc:spChg>
        <pc:picChg chg="del">
          <ac:chgData name="Varshan .g" userId="8976663e866fc5c9" providerId="LiveId" clId="{30789ABB-B186-4E0E-ACB3-4FB14BDA1172}" dt="2026-09-04T03:52:44.328" v="196" actId="478"/>
          <ac:picMkLst>
            <pc:docMk/>
            <pc:sldMk cId="2501673203" sldId="272"/>
            <ac:picMk id="4" creationId="{055F9ECC-67FF-E841-78A2-7F59B3686B85}"/>
          </ac:picMkLst>
        </pc:picChg>
      </pc:sldChg>
      <pc:sldChg chg="addSp delSp modSp add mod">
        <pc:chgData name="Varshan .g" userId="8976663e866fc5c9" providerId="LiveId" clId="{30789ABB-B186-4E0E-ACB3-4FB14BDA1172}" dt="2026-09-04T04:18:45.827" v="242" actId="1076"/>
        <pc:sldMkLst>
          <pc:docMk/>
          <pc:sldMk cId="3152043961" sldId="273"/>
        </pc:sldMkLst>
        <pc:spChg chg="mod">
          <ac:chgData name="Varshan .g" userId="8976663e866fc5c9" providerId="LiveId" clId="{30789ABB-B186-4E0E-ACB3-4FB14BDA1172}" dt="2026-09-04T04:17:50.368" v="226"/>
          <ac:spMkLst>
            <pc:docMk/>
            <pc:sldMk cId="3152043961" sldId="273"/>
            <ac:spMk id="2" creationId="{ACCA2CBF-2BE6-77B3-5883-CE4676D99D74}"/>
          </ac:spMkLst>
        </pc:spChg>
        <pc:spChg chg="del mod">
          <ac:chgData name="Varshan .g" userId="8976663e866fc5c9" providerId="LiveId" clId="{30789ABB-B186-4E0E-ACB3-4FB14BDA1172}" dt="2026-09-04T04:17:54.832" v="230" actId="478"/>
          <ac:spMkLst>
            <pc:docMk/>
            <pc:sldMk cId="3152043961" sldId="273"/>
            <ac:spMk id="5" creationId="{4ECEE173-1061-F34C-3DE5-99B57B01FB8E}"/>
          </ac:spMkLst>
        </pc:spChg>
        <pc:picChg chg="add mod">
          <ac:chgData name="Varshan .g" userId="8976663e866fc5c9" providerId="LiveId" clId="{30789ABB-B186-4E0E-ACB3-4FB14BDA1172}" dt="2026-09-04T04:18:40.416" v="240" actId="1076"/>
          <ac:picMkLst>
            <pc:docMk/>
            <pc:sldMk cId="3152043961" sldId="273"/>
            <ac:picMk id="4" creationId="{97C6FEC5-0516-3BFD-4D46-E4E9CB7EE649}"/>
          </ac:picMkLst>
        </pc:picChg>
        <pc:picChg chg="add mod">
          <ac:chgData name="Varshan .g" userId="8976663e866fc5c9" providerId="LiveId" clId="{30789ABB-B186-4E0E-ACB3-4FB14BDA1172}" dt="2026-09-04T04:18:45.827" v="242" actId="1076"/>
          <ac:picMkLst>
            <pc:docMk/>
            <pc:sldMk cId="3152043961" sldId="273"/>
            <ac:picMk id="7" creationId="{B5CAC57A-322D-F03A-06D9-8E121463A44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4E8DA-4440-9D20-470C-2CE61AC3C2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C3A68A-F0BA-3FA0-8E74-EF2AD8A876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6547A5-E0C3-ABA4-14B5-2B70B8FC0330}"/>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1457BB40-BDC0-6F14-6D46-F49E5C4E46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4BD823-BB59-1971-D9B2-8CB8256BEFF0}"/>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3640069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386D-A4AA-872B-5386-122954033C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75CA41-BDFC-BF20-415C-7E2F108D8E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F354D-ED37-4B38-3D21-C7B6CFC22AB6}"/>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A09BDEB4-6433-FD7A-928C-49168A3E2D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66D62E1-8599-B660-70D1-7BD8A47872FF}"/>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175484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78FAE-BB0A-FAD3-027F-661A2648C9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BC14DD-18CF-1140-569A-6DFF4BB4AE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272F6D-B20F-C3D7-D6F3-E98C24EF492F}"/>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D0915C1A-489D-DE44-5B26-2DCF1FC0E1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04082D-9926-BA73-3CE0-2BB986B37D1B}"/>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803453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34BE-E3F9-4DB1-4C1D-11C0AEEB3E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B018AF-F9CC-F04E-1A79-4EA0F471B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45C2A3-7C9D-D7F5-B79C-2DCBB63AE6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8E76BD-2A57-5C47-4E53-7B544C581F25}"/>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6" name="Footer Placeholder 5">
            <a:extLst>
              <a:ext uri="{FF2B5EF4-FFF2-40B4-BE49-F238E27FC236}">
                <a16:creationId xmlns:a16="http://schemas.microsoft.com/office/drawing/2014/main" id="{A4237740-3EB8-E405-00C5-73E066412CF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3E1F566-C2BA-CE94-1881-F31206ADACDF}"/>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292236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EE45-F30F-D464-009E-CD56887D86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15B98D-6129-737B-AA34-A7CA99FBE5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0C3CA1-95AB-2EE0-C1C8-E31A301439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2B6E02-B515-E42A-D52B-864C977E5B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7A4B6E-6355-8FE2-44B5-CE87ADA454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C907D6-7866-F7CD-2164-C906679A4F2D}"/>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8" name="Footer Placeholder 7">
            <a:extLst>
              <a:ext uri="{FF2B5EF4-FFF2-40B4-BE49-F238E27FC236}">
                <a16:creationId xmlns:a16="http://schemas.microsoft.com/office/drawing/2014/main" id="{D7BFC009-3DF8-BE4D-61D5-9AE6349A569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38A35A3-0715-0583-504B-1A3FC7BE0537}"/>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275145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92D1-07EF-BC77-98BC-B369D9F86B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00BDB0-2E05-E351-C3AB-4F847611D217}"/>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4" name="Footer Placeholder 3">
            <a:extLst>
              <a:ext uri="{FF2B5EF4-FFF2-40B4-BE49-F238E27FC236}">
                <a16:creationId xmlns:a16="http://schemas.microsoft.com/office/drawing/2014/main" id="{B9A79B6D-4DF6-DF58-0FA8-0E379D4F94D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3AA7A4E-A78E-8837-8E7D-9B20ECF3F76E}"/>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313998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53077E-A615-6918-C27C-B0B6369B8812}"/>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3" name="Footer Placeholder 2">
            <a:extLst>
              <a:ext uri="{FF2B5EF4-FFF2-40B4-BE49-F238E27FC236}">
                <a16:creationId xmlns:a16="http://schemas.microsoft.com/office/drawing/2014/main" id="{E904F9BD-71C0-9553-E435-9E7EBC0BCB9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733DA71-3196-DE3A-D7C4-32939746A1F8}"/>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2293714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D8091-106F-AF80-ABCF-AAD37E6AD2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A7C994-E552-E423-4341-ED853734A4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8F27A4-7EC0-855A-3A5F-CFEFBCED8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B8C10-E44C-7973-7A69-B97C73F19FDC}"/>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6" name="Footer Placeholder 5">
            <a:extLst>
              <a:ext uri="{FF2B5EF4-FFF2-40B4-BE49-F238E27FC236}">
                <a16:creationId xmlns:a16="http://schemas.microsoft.com/office/drawing/2014/main" id="{F4054AC1-42FF-6AA2-3B2C-2120A0B7C06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6C36BB7-6B09-6CE6-B162-AB0719A67B43}"/>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2894641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F384-59DD-8122-0D5D-1A367305C9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DA083B-99B5-22AE-CC82-C8364CC1A4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6832656-7A5B-D97E-C1CA-BC4C0A079F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4FB2D-A037-D16B-8503-FB0BFD602C9A}"/>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6" name="Footer Placeholder 5">
            <a:extLst>
              <a:ext uri="{FF2B5EF4-FFF2-40B4-BE49-F238E27FC236}">
                <a16:creationId xmlns:a16="http://schemas.microsoft.com/office/drawing/2014/main" id="{D33A5AEA-BF99-69B4-6DE8-E666D707644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88ECD79-7B0A-1562-B392-DE7B88248657}"/>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1679250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E21B-7CC7-93A1-A969-F3BEA32108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18941C-B177-5AFA-6B2B-E2A9FF41A3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8D5844-70C2-08B1-FD86-96273FAB7311}"/>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CDEF79F4-CF8E-7043-F9F4-604C49FAA0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896DF7-6964-C957-597B-600301DB27C4}"/>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176102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FB5FD7-FD6B-BB9C-560D-3B657E4905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4BC8B6-1477-31EE-61B7-729FC33E6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2C1CE-C2C4-E3CE-C4CF-4B81547F1E29}"/>
              </a:ext>
            </a:extLst>
          </p:cNvPr>
          <p:cNvSpPr>
            <a:spLocks noGrp="1"/>
          </p:cNvSpPr>
          <p:nvPr>
            <p:ph type="dt" sz="half" idx="10"/>
          </p:nvPr>
        </p:nvSpPr>
        <p:spPr/>
        <p:txBody>
          <a:body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41C5DF93-BBDB-10F9-854C-0365F92A04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FFC972-D2DF-02D7-6EEC-136A26D347F2}"/>
              </a:ext>
            </a:extLst>
          </p:cNvPr>
          <p:cNvSpPr>
            <a:spLocks noGrp="1"/>
          </p:cNvSpPr>
          <p:nvPr>
            <p:ph type="sldNum" sz="quarter" idx="12"/>
          </p:nvPr>
        </p:nvSpPr>
        <p:spPr/>
        <p:txBody>
          <a:bodyPr/>
          <a:lstStyle/>
          <a:p>
            <a:fld id="{BE7699AD-C31B-4AF4-9DB6-D60231311AF8}" type="slidenum">
              <a:rPr lang="en-US" smtClean="0"/>
              <a:t>‹#›</a:t>
            </a:fld>
            <a:endParaRPr lang="en-US" dirty="0"/>
          </a:p>
        </p:txBody>
      </p:sp>
    </p:spTree>
    <p:extLst>
      <p:ext uri="{BB962C8B-B14F-4D97-AF65-F5344CB8AC3E}">
        <p14:creationId xmlns:p14="http://schemas.microsoft.com/office/powerpoint/2010/main" val="315323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3AC27A-1A2F-9418-CE20-14D349D413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4E6EB0-67B3-144F-44BA-1DD285E52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9EE33-1C2C-1623-5FF7-1CFAADAA24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48BB2D-5E68-45BC-A811-401F531D97A8}" type="datetimeFigureOut">
              <a:rPr lang="en-US" smtClean="0"/>
              <a:t>9/4/2026</a:t>
            </a:fld>
            <a:endParaRPr lang="en-US" dirty="0"/>
          </a:p>
        </p:txBody>
      </p:sp>
      <p:sp>
        <p:nvSpPr>
          <p:cNvPr id="5" name="Footer Placeholder 4">
            <a:extLst>
              <a:ext uri="{FF2B5EF4-FFF2-40B4-BE49-F238E27FC236}">
                <a16:creationId xmlns:a16="http://schemas.microsoft.com/office/drawing/2014/main" id="{7040D512-9FEA-2234-B96D-9C3A77E55D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0C25599-4433-C94D-2EF4-BB6C7392C3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7699AD-C31B-4AF4-9DB6-D60231311AF8}" type="slidenum">
              <a:rPr lang="en-US" smtClean="0"/>
              <a:t>‹#›</a:t>
            </a:fld>
            <a:endParaRPr lang="en-US" dirty="0"/>
          </a:p>
        </p:txBody>
      </p:sp>
    </p:spTree>
    <p:extLst>
      <p:ext uri="{BB962C8B-B14F-4D97-AF65-F5344CB8AC3E}">
        <p14:creationId xmlns:p14="http://schemas.microsoft.com/office/powerpoint/2010/main" val="424710160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00DA-EB72-14E7-8438-E753A789CA7D}"/>
              </a:ext>
            </a:extLst>
          </p:cNvPr>
          <p:cNvSpPr>
            <a:spLocks noGrp="1"/>
          </p:cNvSpPr>
          <p:nvPr>
            <p:ph type="title"/>
          </p:nvPr>
        </p:nvSpPr>
        <p:spPr>
          <a:xfrm>
            <a:off x="172865" y="1460641"/>
            <a:ext cx="12256169" cy="1325563"/>
          </a:xfrm>
        </p:spPr>
        <p:txBody>
          <a:bodyPr>
            <a:noAutofit/>
          </a:bodyPr>
          <a:lstStyle/>
          <a:p>
            <a:pPr algn="ctr">
              <a:lnSpc>
                <a:spcPct val="100000"/>
              </a:lnSpc>
            </a:pPr>
            <a:r>
              <a:rPr lang="en-IN" sz="4800" b="1" dirty="0">
                <a:latin typeface="Times New Roman" panose="02020603050405020304" pitchFamily="18" charset="0"/>
                <a:cs typeface="Times New Roman" panose="02020603050405020304" pitchFamily="18" charset="0"/>
              </a:rPr>
              <a:t>Secure Cloud Storage with Hybrid Encryption Using AES and RSA</a:t>
            </a:r>
            <a:endParaRPr lang="en-US" sz="4800"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7C366B0-FDA8-3CF5-9DE2-44F20DF8429B}"/>
              </a:ext>
            </a:extLst>
          </p:cNvPr>
          <p:cNvSpPr>
            <a:spLocks noGrp="1"/>
          </p:cNvSpPr>
          <p:nvPr>
            <p:ph idx="1"/>
          </p:nvPr>
        </p:nvSpPr>
        <p:spPr>
          <a:xfrm>
            <a:off x="9399814" y="5100269"/>
            <a:ext cx="5584372" cy="2427968"/>
          </a:xfrm>
        </p:spPr>
        <p:txBody>
          <a:bodyPr>
            <a:normAutofit/>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PRESENTED BY:</a:t>
            </a:r>
          </a:p>
          <a:p>
            <a:pPr marL="0" indent="0">
              <a:lnSpc>
                <a:spcPct val="150000"/>
              </a:lnSpc>
              <a:buNone/>
            </a:pPr>
            <a:r>
              <a:rPr lang="en-US" sz="2000" b="1" dirty="0">
                <a:latin typeface="Times New Roman" panose="02020603050405020304" pitchFamily="18" charset="0"/>
                <a:cs typeface="Times New Roman" panose="02020603050405020304" pitchFamily="18" charset="0"/>
              </a:rPr>
              <a:t>NAME: VIMAL R</a:t>
            </a:r>
          </a:p>
          <a:p>
            <a:pPr marL="0" indent="0">
              <a:lnSpc>
                <a:spcPct val="150000"/>
              </a:lnSpc>
              <a:buNone/>
            </a:pPr>
            <a:r>
              <a:rPr lang="en-US" sz="2000" b="1" dirty="0">
                <a:latin typeface="Times New Roman" panose="02020603050405020304" pitchFamily="18" charset="0"/>
                <a:cs typeface="Times New Roman" panose="02020603050405020304" pitchFamily="18" charset="0"/>
              </a:rPr>
              <a:t>REG NO: 192421350</a:t>
            </a:r>
          </a:p>
        </p:txBody>
      </p:sp>
      <p:sp>
        <p:nvSpPr>
          <p:cNvPr id="8" name="Content Placeholder 6">
            <a:extLst>
              <a:ext uri="{FF2B5EF4-FFF2-40B4-BE49-F238E27FC236}">
                <a16:creationId xmlns:a16="http://schemas.microsoft.com/office/drawing/2014/main" id="{EA970014-111F-2923-E3C9-AAEB2A277CDA}"/>
              </a:ext>
            </a:extLst>
          </p:cNvPr>
          <p:cNvSpPr txBox="1">
            <a:spLocks/>
          </p:cNvSpPr>
          <p:nvPr/>
        </p:nvSpPr>
        <p:spPr>
          <a:xfrm>
            <a:off x="302304" y="5590640"/>
            <a:ext cx="4199164" cy="1073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800" b="1" dirty="0">
                <a:latin typeface="Times New Roman" panose="02020603050405020304" pitchFamily="18" charset="0"/>
                <a:cs typeface="Times New Roman" panose="02020603050405020304" pitchFamily="18" charset="0"/>
              </a:rPr>
              <a:t>GUIDED BY:</a:t>
            </a:r>
          </a:p>
          <a:p>
            <a:pPr marL="0" indent="0">
              <a:lnSpc>
                <a:spcPct val="150000"/>
              </a:lnSpc>
              <a:buFont typeface="Arial" panose="020B0604020202020204" pitchFamily="34" charset="0"/>
              <a:buNone/>
            </a:pPr>
            <a:r>
              <a:rPr lang="en-US" sz="1800" b="1" dirty="0">
                <a:latin typeface="Times New Roman" panose="02020603050405020304" pitchFamily="18" charset="0"/>
                <a:cs typeface="Times New Roman" panose="02020603050405020304" pitchFamily="18" charset="0"/>
              </a:rPr>
              <a:t>DR.T. SANGEETHA </a:t>
            </a:r>
          </a:p>
        </p:txBody>
      </p:sp>
      <p:pic>
        <p:nvPicPr>
          <p:cNvPr id="10" name="Google Shape;57;p13">
            <a:extLst>
              <a:ext uri="{FF2B5EF4-FFF2-40B4-BE49-F238E27FC236}">
                <a16:creationId xmlns:a16="http://schemas.microsoft.com/office/drawing/2014/main" id="{8657A9F5-EFD5-1CEC-35C4-AFBA2A480B50}"/>
              </a:ext>
            </a:extLst>
          </p:cNvPr>
          <p:cNvPicPr preferRelativeResize="0"/>
          <p:nvPr/>
        </p:nvPicPr>
        <p:blipFill>
          <a:blip r:embed="rId2">
            <a:alphaModFix/>
          </a:blip>
          <a:stretch>
            <a:fillRect/>
          </a:stretch>
        </p:blipFill>
        <p:spPr>
          <a:xfrm>
            <a:off x="172865" y="0"/>
            <a:ext cx="12019135" cy="1073150"/>
          </a:xfrm>
          <a:prstGeom prst="rect">
            <a:avLst/>
          </a:prstGeom>
          <a:noFill/>
          <a:ln>
            <a:noFill/>
          </a:ln>
        </p:spPr>
      </p:pic>
      <p:sp>
        <p:nvSpPr>
          <p:cNvPr id="4" name="TextBox 3">
            <a:extLst>
              <a:ext uri="{FF2B5EF4-FFF2-40B4-BE49-F238E27FC236}">
                <a16:creationId xmlns:a16="http://schemas.microsoft.com/office/drawing/2014/main" id="{5F699059-5381-1D76-4E16-580095706620}"/>
              </a:ext>
            </a:extLst>
          </p:cNvPr>
          <p:cNvSpPr txBox="1"/>
          <p:nvPr/>
        </p:nvSpPr>
        <p:spPr>
          <a:xfrm>
            <a:off x="1777530" y="3275087"/>
            <a:ext cx="9234949" cy="579967"/>
          </a:xfrm>
          <a:prstGeom prst="rect">
            <a:avLst/>
          </a:prstGeom>
          <a:noFill/>
        </p:spPr>
        <p:txBody>
          <a:bodyPr wrap="square">
            <a:spAutoFit/>
          </a:bodyPr>
          <a:lstStyle/>
          <a:p>
            <a:pPr marL="0" indent="0" algn="r">
              <a:lnSpc>
                <a:spcPct val="150000"/>
              </a:lnSpc>
              <a:buNone/>
            </a:pPr>
            <a:r>
              <a:rPr lang="en-US" sz="2400" b="1" dirty="0">
                <a:latin typeface="Times New Roman" panose="02020603050405020304" pitchFamily="18" charset="0"/>
                <a:cs typeface="Times New Roman" panose="02020603050405020304" pitchFamily="18" charset="0"/>
              </a:rPr>
              <a:t>COURSE NAME: CRYPTOGRAPH AND NETWORK SECURITY</a:t>
            </a:r>
          </a:p>
        </p:txBody>
      </p:sp>
      <p:sp>
        <p:nvSpPr>
          <p:cNvPr id="6" name="TextBox 5">
            <a:extLst>
              <a:ext uri="{FF2B5EF4-FFF2-40B4-BE49-F238E27FC236}">
                <a16:creationId xmlns:a16="http://schemas.microsoft.com/office/drawing/2014/main" id="{396FF4F9-7FE6-D6E3-5000-42FB2CF6D79A}"/>
              </a:ext>
            </a:extLst>
          </p:cNvPr>
          <p:cNvSpPr txBox="1"/>
          <p:nvPr/>
        </p:nvSpPr>
        <p:spPr>
          <a:xfrm>
            <a:off x="1843948" y="3887172"/>
            <a:ext cx="6169742" cy="579967"/>
          </a:xfrm>
          <a:prstGeom prst="rect">
            <a:avLst/>
          </a:prstGeom>
          <a:noFill/>
        </p:spPr>
        <p:txBody>
          <a:bodyPr wrap="square">
            <a:spAutoFit/>
          </a:bodyPr>
          <a:lstStyle/>
          <a:p>
            <a:pPr marL="0" indent="0" algn="r">
              <a:lnSpc>
                <a:spcPct val="150000"/>
              </a:lnSpc>
              <a:buNone/>
            </a:pPr>
            <a:r>
              <a:rPr lang="en-US" sz="2400" b="1" dirty="0">
                <a:latin typeface="Times New Roman" panose="02020603050405020304" pitchFamily="18" charset="0"/>
                <a:cs typeface="Times New Roman" panose="02020603050405020304" pitchFamily="18" charset="0"/>
              </a:rPr>
              <a:t>COURSE CODE: CSA1221</a:t>
            </a:r>
          </a:p>
        </p:txBody>
      </p:sp>
    </p:spTree>
    <p:extLst>
      <p:ext uri="{BB962C8B-B14F-4D97-AF65-F5344CB8AC3E}">
        <p14:creationId xmlns:p14="http://schemas.microsoft.com/office/powerpoint/2010/main" val="2639212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B9918-AC17-80F2-1F54-D69488813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8CF9D-368B-F44A-1342-8F4D87E7B19B}"/>
              </a:ext>
            </a:extLst>
          </p:cNvPr>
          <p:cNvSpPr>
            <a:spLocks noGrp="1"/>
          </p:cNvSpPr>
          <p:nvPr>
            <p:ph type="ctrTitle"/>
          </p:nvPr>
        </p:nvSpPr>
        <p:spPr>
          <a:xfrm>
            <a:off x="1592826" y="1005715"/>
            <a:ext cx="9144000" cy="834774"/>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endParaRPr lang="en-US"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5B33D20-7C3D-6D0F-9847-E6FD861BB28C}"/>
              </a:ext>
            </a:extLst>
          </p:cNvPr>
          <p:cNvSpPr>
            <a:spLocks noGrp="1"/>
          </p:cNvSpPr>
          <p:nvPr>
            <p:ph type="subTitle" idx="1"/>
          </p:nvPr>
        </p:nvSpPr>
        <p:spPr>
          <a:xfrm>
            <a:off x="176983" y="1840489"/>
            <a:ext cx="6833418" cy="3799931"/>
          </a:xfrm>
        </p:spPr>
        <p:txBody>
          <a:bodyPr>
            <a:noAutofit/>
          </a:bodyPr>
          <a:lstStyle/>
          <a:p>
            <a:pPr algn="l"/>
            <a:r>
              <a:rPr lang="en-IN" sz="1600" b="1" dirty="0">
                <a:latin typeface="Times New Roman" panose="02020603050405020304" pitchFamily="18" charset="0"/>
                <a:cs typeface="Times New Roman" panose="02020603050405020304" pitchFamily="18" charset="0"/>
              </a:rPr>
              <a:t>Secure Cloud Storage</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Cloud storage enables users to store and access data through remote servers. </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Organizations use cloud platforms to store documents, images, databases, and confidential information. </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Data stored in the cloud may be exposed through unauthorized access or compromised accounts. </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Encryption converts readable </a:t>
            </a:r>
            <a:r>
              <a:rPr lang="en-IN" sz="1600" b="1" dirty="0">
                <a:latin typeface="Times New Roman" panose="02020603050405020304" pitchFamily="18" charset="0"/>
                <a:cs typeface="Times New Roman" panose="02020603050405020304" pitchFamily="18" charset="0"/>
              </a:rPr>
              <a:t>plaintext</a:t>
            </a:r>
            <a:r>
              <a:rPr lang="en-IN" sz="1600" dirty="0">
                <a:latin typeface="Times New Roman" panose="02020603050405020304" pitchFamily="18" charset="0"/>
                <a:cs typeface="Times New Roman" panose="02020603050405020304" pitchFamily="18" charset="0"/>
              </a:rPr>
              <a:t> into unreadable </a:t>
            </a:r>
            <a:r>
              <a:rPr lang="en-IN" sz="1600" b="1" dirty="0">
                <a:latin typeface="Times New Roman" panose="02020603050405020304" pitchFamily="18" charset="0"/>
                <a:cs typeface="Times New Roman" panose="02020603050405020304" pitchFamily="18" charset="0"/>
              </a:rPr>
              <a:t>ciphertext</a:t>
            </a:r>
            <a:r>
              <a:rPr lang="en-IN" sz="1600" dirty="0">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The proposed system encrypts files before they are stored in the cloud. </a:t>
            </a:r>
          </a:p>
          <a:p>
            <a:pPr marL="285750" lvl="0" indent="-285750" algn="l">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AES</a:t>
            </a:r>
            <a:r>
              <a:rPr lang="en-IN" sz="1600" dirty="0">
                <a:latin typeface="Times New Roman" panose="02020603050405020304" pitchFamily="18" charset="0"/>
                <a:cs typeface="Times New Roman" panose="02020603050405020304" pitchFamily="18" charset="0"/>
              </a:rPr>
              <a:t> is used for fast file encryption. </a:t>
            </a:r>
          </a:p>
          <a:p>
            <a:pPr marL="285750" lvl="0" indent="-285750" algn="l">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RSA</a:t>
            </a:r>
            <a:r>
              <a:rPr lang="en-IN" sz="1600" dirty="0">
                <a:latin typeface="Times New Roman" panose="02020603050405020304" pitchFamily="18" charset="0"/>
                <a:cs typeface="Times New Roman" panose="02020603050405020304" pitchFamily="18" charset="0"/>
              </a:rPr>
              <a:t> is used to securely protect the AES encryption key. </a:t>
            </a:r>
          </a:p>
          <a:p>
            <a:pPr marL="285750" lvl="0" indent="-285750" algn="l">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This combination is called </a:t>
            </a:r>
            <a:r>
              <a:rPr lang="en-IN" sz="1600" b="1" dirty="0">
                <a:latin typeface="Times New Roman" panose="02020603050405020304" pitchFamily="18" charset="0"/>
                <a:cs typeface="Times New Roman" panose="02020603050405020304" pitchFamily="18" charset="0"/>
              </a:rPr>
              <a:t>Hybrid Encryption</a:t>
            </a:r>
            <a:r>
              <a:rPr lang="en-IN" sz="1600" dirty="0">
                <a:latin typeface="Times New Roman" panose="02020603050405020304" pitchFamily="18" charset="0"/>
                <a:cs typeface="Times New Roman" panose="02020603050405020304" pitchFamily="18" charset="0"/>
              </a:rPr>
              <a:t>. </a:t>
            </a:r>
          </a:p>
          <a:p>
            <a:pPr algn="l"/>
            <a:r>
              <a:rPr lang="en-IN" sz="1600" b="1" dirty="0">
                <a:latin typeface="Times New Roman" panose="02020603050405020304" pitchFamily="18" charset="0"/>
                <a:cs typeface="Times New Roman" panose="02020603050405020304" pitchFamily="18" charset="0"/>
              </a:rPr>
              <a:t>Key Idea</a:t>
            </a:r>
          </a:p>
          <a:p>
            <a:pPr algn="l"/>
            <a:r>
              <a:rPr lang="en-IN" sz="1600" b="1" dirty="0">
                <a:latin typeface="Times New Roman" panose="02020603050405020304" pitchFamily="18" charset="0"/>
                <a:cs typeface="Times New Roman" panose="02020603050405020304" pitchFamily="18" charset="0"/>
              </a:rPr>
              <a:t>File → AES Encryption → Ciphertext</a:t>
            </a:r>
            <a:endParaRPr lang="en-IN" sz="1600" dirty="0">
              <a:latin typeface="Times New Roman" panose="02020603050405020304" pitchFamily="18" charset="0"/>
              <a:cs typeface="Times New Roman" panose="02020603050405020304" pitchFamily="18" charset="0"/>
            </a:endParaRPr>
          </a:p>
          <a:p>
            <a:pPr algn="l"/>
            <a:r>
              <a:rPr lang="en-IN" sz="1600" b="1" dirty="0">
                <a:latin typeface="Times New Roman" panose="02020603050405020304" pitchFamily="18" charset="0"/>
                <a:cs typeface="Times New Roman" panose="02020603050405020304" pitchFamily="18" charset="0"/>
              </a:rPr>
              <a:t>AES Key → RSA Encryption → Protected Key</a:t>
            </a:r>
            <a:endParaRPr lang="en-IN" sz="1600" dirty="0">
              <a:latin typeface="Times New Roman" panose="02020603050405020304" pitchFamily="18" charset="0"/>
              <a:cs typeface="Times New Roman" panose="02020603050405020304" pitchFamily="18" charset="0"/>
            </a:endParaRPr>
          </a:p>
        </p:txBody>
      </p:sp>
      <p:pic>
        <p:nvPicPr>
          <p:cNvPr id="7" name="Google Shape;57;p13">
            <a:extLst>
              <a:ext uri="{FF2B5EF4-FFF2-40B4-BE49-F238E27FC236}">
                <a16:creationId xmlns:a16="http://schemas.microsoft.com/office/drawing/2014/main" id="{63BD3339-9816-9C09-38FF-749936406864}"/>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pic>
        <p:nvPicPr>
          <p:cNvPr id="6" name="Picture 5" descr="https://images.openai.com/static-rsc-4/rC1WMWtK_H6Gg7jCTDJ1g4JMeyrlEQXJvLcrqCakFwvKwB_LGw1iboIR-NF6OpsL6NJUkpW9nh1dSLSMcpKU9H8r1TLXy_HMEfsJ_BsbPrBhLXXUlO6EHTkR0fMjpkbF4WDOISnr6OWBmkYchpq4mPChkXdegBwDbZMwsRn_lONLHEIJ5tfkk4IywwuvzSD2?purpose=fullsize">
            <a:extLst>
              <a:ext uri="{FF2B5EF4-FFF2-40B4-BE49-F238E27FC236}">
                <a16:creationId xmlns:a16="http://schemas.microsoft.com/office/drawing/2014/main" id="{270F75B3-5976-01BB-47E5-12DF878557C0}"/>
              </a:ext>
            </a:extLst>
          </p:cNvPr>
          <p:cNvPicPr>
            <a:picLocks noChangeAspect="1"/>
          </p:cNvPicPr>
          <p:nvPr/>
        </p:nvPicPr>
        <p:blipFill>
          <a:blip r:embed="rId3"/>
          <a:stretch>
            <a:fillRect/>
          </a:stretch>
        </p:blipFill>
        <p:spPr>
          <a:xfrm>
            <a:off x="7135148" y="2161967"/>
            <a:ext cx="4735462" cy="3156975"/>
          </a:xfrm>
          <a:prstGeom prst="rect">
            <a:avLst/>
          </a:prstGeom>
        </p:spPr>
      </p:pic>
    </p:spTree>
    <p:extLst>
      <p:ext uri="{BB962C8B-B14F-4D97-AF65-F5344CB8AC3E}">
        <p14:creationId xmlns:p14="http://schemas.microsoft.com/office/powerpoint/2010/main" val="321699893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945A-4D65-19D3-5A48-7DE45A29670F}"/>
              </a:ext>
            </a:extLst>
          </p:cNvPr>
          <p:cNvSpPr>
            <a:spLocks noGrp="1"/>
          </p:cNvSpPr>
          <p:nvPr>
            <p:ph type="ctrTitle"/>
          </p:nvPr>
        </p:nvSpPr>
        <p:spPr>
          <a:xfrm>
            <a:off x="1523999" y="952199"/>
            <a:ext cx="9144000" cy="834774"/>
          </a:xfrm>
        </p:spPr>
        <p:txBody>
          <a:bodyPr>
            <a:normAutofit/>
          </a:bodyPr>
          <a:lstStyle/>
          <a:p>
            <a:r>
              <a:rPr lang="en-IN" sz="4000" b="1" dirty="0">
                <a:latin typeface="Times New Roman" panose="02020603050405020304" pitchFamily="18" charset="0"/>
                <a:cs typeface="Times New Roman" panose="02020603050405020304" pitchFamily="18" charset="0"/>
              </a:rPr>
              <a:t>PROBLEM STATEMENT</a:t>
            </a:r>
            <a:endParaRPr lang="en-US"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1E2A5E8-7203-200D-51F5-E6059D3430EB}"/>
              </a:ext>
            </a:extLst>
          </p:cNvPr>
          <p:cNvSpPr>
            <a:spLocks noGrp="1"/>
          </p:cNvSpPr>
          <p:nvPr>
            <p:ph type="subTitle" idx="1"/>
          </p:nvPr>
        </p:nvSpPr>
        <p:spPr>
          <a:xfrm>
            <a:off x="86432" y="1629567"/>
            <a:ext cx="9989573" cy="3799931"/>
          </a:xfrm>
        </p:spPr>
        <p:txBody>
          <a:bodyPr>
            <a:noAutofit/>
          </a:bodyPr>
          <a:lstStyle/>
          <a:p>
            <a:pPr algn="l">
              <a:lnSpc>
                <a:spcPct val="150000"/>
              </a:lnSpc>
            </a:pPr>
            <a:r>
              <a:rPr lang="en-IN" sz="1800" b="1" dirty="0">
                <a:latin typeface="Times New Roman" panose="02020603050405020304" pitchFamily="18" charset="0"/>
                <a:cs typeface="Times New Roman" panose="02020603050405020304" pitchFamily="18" charset="0"/>
              </a:rPr>
              <a:t>Existing Security Challenges</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Cloud storage may contain highly sensitive user information. </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Storing plaintext files increases the impact of a storage breach. </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Password authentication alone cannot protect files after unauthorized storage access. </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RSA provides secure public/private key mechanisms but is inefficient for large files. </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Managing and storing encryption keys securely is a major challenge. </a:t>
            </a:r>
          </a:p>
          <a:p>
            <a:pPr marL="285750" lvl="0" indent="-285750" algn="l">
              <a:lnSpc>
                <a:spcPct val="150000"/>
              </a:lnSpc>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A single cryptographic technique cannot efficiently solve both problems. </a:t>
            </a:r>
          </a:p>
          <a:p>
            <a:pPr algn="l">
              <a:lnSpc>
                <a:spcPct val="150000"/>
              </a:lnSpc>
            </a:pPr>
            <a:r>
              <a:rPr lang="en-IN" sz="1800" b="1" dirty="0">
                <a:latin typeface="Times New Roman" panose="02020603050405020304" pitchFamily="18" charset="0"/>
                <a:cs typeface="Times New Roman" panose="02020603050405020304" pitchFamily="18" charset="0"/>
              </a:rPr>
              <a:t>Problem</a:t>
            </a:r>
          </a:p>
          <a:p>
            <a:pPr algn="l">
              <a:lnSpc>
                <a:spcPct val="150000"/>
              </a:lnSpc>
            </a:pPr>
            <a:r>
              <a:rPr lang="en-IN" sz="1800" dirty="0">
                <a:latin typeface="Times New Roman" panose="02020603050405020304" pitchFamily="18" charset="0"/>
                <a:cs typeface="Times New Roman" panose="02020603050405020304" pitchFamily="18" charset="0"/>
              </a:rPr>
              <a:t>How can we provide strong file confidentiality while maintaining efficient encryption and secure key management?</a:t>
            </a:r>
          </a:p>
        </p:txBody>
      </p:sp>
      <p:pic>
        <p:nvPicPr>
          <p:cNvPr id="7" name="Google Shape;57;p13">
            <a:extLst>
              <a:ext uri="{FF2B5EF4-FFF2-40B4-BE49-F238E27FC236}">
                <a16:creationId xmlns:a16="http://schemas.microsoft.com/office/drawing/2014/main" id="{10AF793A-1901-BA5B-54D5-2CD71C588E4A}"/>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Tree>
    <p:extLst>
      <p:ext uri="{BB962C8B-B14F-4D97-AF65-F5344CB8AC3E}">
        <p14:creationId xmlns:p14="http://schemas.microsoft.com/office/powerpoint/2010/main" val="308440039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01FB-8C4B-F85D-4406-9DA6421FBED9}"/>
              </a:ext>
            </a:extLst>
          </p:cNvPr>
          <p:cNvSpPr>
            <a:spLocks noGrp="1"/>
          </p:cNvSpPr>
          <p:nvPr>
            <p:ph type="title"/>
          </p:nvPr>
        </p:nvSpPr>
        <p:spPr>
          <a:xfrm>
            <a:off x="3230335" y="1222375"/>
            <a:ext cx="5257800" cy="884011"/>
          </a:xfrm>
        </p:spPr>
        <p:txBody>
          <a:bodyPr>
            <a:normAutofit/>
          </a:bodyPr>
          <a:lstStyle/>
          <a:p>
            <a:r>
              <a:rPr lang="en-IN" sz="4000" b="1" dirty="0">
                <a:latin typeface="Times New Roman" panose="02020603050405020304" pitchFamily="18" charset="0"/>
                <a:cs typeface="Times New Roman" panose="02020603050405020304" pitchFamily="18" charset="0"/>
              </a:rPr>
              <a:t>PROPOSED SYSTEM</a:t>
            </a:r>
            <a:endParaRPr lang="en-US" sz="4000" b="1" dirty="0">
              <a:latin typeface="Times New Roman" panose="02020603050405020304" pitchFamily="18" charset="0"/>
              <a:cs typeface="Times New Roman" panose="02020603050405020304" pitchFamily="18" charset="0"/>
            </a:endParaRPr>
          </a:p>
        </p:txBody>
      </p:sp>
      <p:pic>
        <p:nvPicPr>
          <p:cNvPr id="10" name="Google Shape;57;p13">
            <a:extLst>
              <a:ext uri="{FF2B5EF4-FFF2-40B4-BE49-F238E27FC236}">
                <a16:creationId xmlns:a16="http://schemas.microsoft.com/office/drawing/2014/main" id="{1B8A5CAB-7B48-D1F9-8BFF-3A82C2671E21}"/>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4" name="TextBox 3">
            <a:extLst>
              <a:ext uri="{FF2B5EF4-FFF2-40B4-BE49-F238E27FC236}">
                <a16:creationId xmlns:a16="http://schemas.microsoft.com/office/drawing/2014/main" id="{91D27592-1AA0-8550-4E3E-E3A49EBA41D1}"/>
              </a:ext>
            </a:extLst>
          </p:cNvPr>
          <p:cNvSpPr txBox="1"/>
          <p:nvPr/>
        </p:nvSpPr>
        <p:spPr>
          <a:xfrm>
            <a:off x="286933" y="2106386"/>
            <a:ext cx="7578874" cy="4191981"/>
          </a:xfrm>
          <a:prstGeom prst="rect">
            <a:avLst/>
          </a:prstGeom>
          <a:noFill/>
        </p:spPr>
        <p:txBody>
          <a:bodyPr wrap="square">
            <a:spAutoFit/>
          </a:bodyPr>
          <a:lstStyle/>
          <a:p>
            <a:pPr>
              <a:lnSpc>
                <a:spcPct val="150000"/>
              </a:lnSpc>
              <a:buNone/>
            </a:pPr>
            <a:r>
              <a:rPr lang="en-IN" sz="2000" b="1" dirty="0">
                <a:latin typeface="Times New Roman" panose="02020603050405020304" pitchFamily="18" charset="0"/>
                <a:cs typeface="Times New Roman" panose="02020603050405020304" pitchFamily="18" charset="0"/>
              </a:rPr>
              <a:t>Proposed System</a:t>
            </a:r>
          </a:p>
          <a:p>
            <a:pPr>
              <a:lnSpc>
                <a:spcPct val="150000"/>
              </a:lnSpc>
              <a:buNone/>
            </a:pPr>
            <a:r>
              <a:rPr lang="en-IN" sz="2000" dirty="0">
                <a:latin typeface="Times New Roman" panose="02020603050405020304" pitchFamily="18" charset="0"/>
                <a:cs typeface="Times New Roman" panose="02020603050405020304" pitchFamily="18" charset="0"/>
              </a:rPr>
              <a:t>The proposed system is a secure cloud storage application that combines </a:t>
            </a:r>
            <a:r>
              <a:rPr lang="en-IN" sz="2000" b="1" dirty="0">
                <a:latin typeface="Times New Roman" panose="02020603050405020304" pitchFamily="18" charset="0"/>
                <a:cs typeface="Times New Roman" panose="02020603050405020304" pitchFamily="18" charset="0"/>
              </a:rPr>
              <a:t>AES (Advanced Encryption Standard)</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RSA (Rivest–Shamir–Adleman)</a:t>
            </a:r>
            <a:r>
              <a:rPr lang="en-IN" sz="2000" dirty="0">
                <a:latin typeface="Times New Roman" panose="02020603050405020304" pitchFamily="18" charset="0"/>
                <a:cs typeface="Times New Roman" panose="02020603050405020304" pitchFamily="18" charset="0"/>
              </a:rPr>
              <a:t> to provide hybrid encryption.</a:t>
            </a:r>
          </a:p>
          <a:p>
            <a:pPr>
              <a:lnSpc>
                <a:spcPct val="150000"/>
              </a:lnSpc>
              <a:buNone/>
            </a:pPr>
            <a:r>
              <a:rPr lang="en-IN" sz="2000" dirty="0">
                <a:latin typeface="Times New Roman" panose="02020603050405020304" pitchFamily="18" charset="0"/>
                <a:cs typeface="Times New Roman" panose="02020603050405020304" pitchFamily="18" charset="0"/>
              </a:rPr>
              <a:t>The system will:</a:t>
            </a:r>
          </a:p>
          <a:p>
            <a:pPr marL="342900" lvl="0" indent="-34290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Authenticate users before allowing access. </a:t>
            </a:r>
          </a:p>
          <a:p>
            <a:pPr marL="342900" lvl="0" indent="-34290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Encrypt files using the AES algorithm before upload. </a:t>
            </a:r>
          </a:p>
          <a:p>
            <a:pPr marL="342900" lvl="0" indent="-34290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Encrypt the AES key using RSA for secure key distribution. </a:t>
            </a:r>
          </a:p>
          <a:p>
            <a:pPr marL="342900" lvl="0" indent="-34290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Allow only authorized users to download and decrypt files securely.</a:t>
            </a:r>
          </a:p>
        </p:txBody>
      </p:sp>
      <p:pic>
        <p:nvPicPr>
          <p:cNvPr id="8" name="Picture 7" descr="https://images.openai.com/static-rsc-4/H58x7J-kxWQ_D7ufbF-u_dIt9TgvN0fkHkJXzWXr5YQ0iugUHwlwGp_9s9N-E1LuaZFLAnTQ0X_XYCwY98EVD1uvnZw1faEF254yNTA5Fmszw_MMjg-Pnvx8twx7UnyY2Fy-VLpqWk1T3TEJ943OYvywlnX2CJIOKWjD35ForzsaEHxHJcq00tJLxuabl-Gb?purpose=fullsize">
            <a:extLst>
              <a:ext uri="{FF2B5EF4-FFF2-40B4-BE49-F238E27FC236}">
                <a16:creationId xmlns:a16="http://schemas.microsoft.com/office/drawing/2014/main" id="{4C45C399-E8BB-6F7D-A8E1-39B4127A836E}"/>
              </a:ext>
            </a:extLst>
          </p:cNvPr>
          <p:cNvPicPr>
            <a:picLocks noChangeAspect="1"/>
          </p:cNvPicPr>
          <p:nvPr/>
        </p:nvPicPr>
        <p:blipFill>
          <a:blip r:embed="rId3"/>
          <a:stretch>
            <a:fillRect/>
          </a:stretch>
        </p:blipFill>
        <p:spPr>
          <a:xfrm>
            <a:off x="7865807" y="2572774"/>
            <a:ext cx="4234017" cy="2822678"/>
          </a:xfrm>
          <a:prstGeom prst="rect">
            <a:avLst/>
          </a:prstGeom>
        </p:spPr>
      </p:pic>
    </p:spTree>
    <p:extLst>
      <p:ext uri="{BB962C8B-B14F-4D97-AF65-F5344CB8AC3E}">
        <p14:creationId xmlns:p14="http://schemas.microsoft.com/office/powerpoint/2010/main" val="3576944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E85E-C66B-71D4-08DA-A1EB9C573A3B}"/>
              </a:ext>
            </a:extLst>
          </p:cNvPr>
          <p:cNvSpPr>
            <a:spLocks noGrp="1"/>
          </p:cNvSpPr>
          <p:nvPr>
            <p:ph type="title"/>
          </p:nvPr>
        </p:nvSpPr>
        <p:spPr>
          <a:xfrm>
            <a:off x="1445342" y="1109605"/>
            <a:ext cx="9556955" cy="971007"/>
          </a:xfrm>
        </p:spPr>
        <p:txBody>
          <a:bodyPr>
            <a:normAutofit/>
          </a:bodyPr>
          <a:lstStyle/>
          <a:p>
            <a:r>
              <a:rPr lang="en-IN" sz="4000" b="1" dirty="0">
                <a:latin typeface="Times New Roman" panose="02020603050405020304" pitchFamily="18" charset="0"/>
                <a:cs typeface="Times New Roman" panose="02020603050405020304" pitchFamily="18" charset="0"/>
              </a:rPr>
              <a:t>MODULE 1: USER AUTHENTICATION</a:t>
            </a:r>
            <a:endParaRPr lang="en-US" sz="40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58C4BD62-D0F2-7E1D-14B3-539F0EF9620A}"/>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5" name="TextBox 4">
            <a:extLst>
              <a:ext uri="{FF2B5EF4-FFF2-40B4-BE49-F238E27FC236}">
                <a16:creationId xmlns:a16="http://schemas.microsoft.com/office/drawing/2014/main" id="{9C3ECB35-8C74-0553-BAD4-485184E9FD5C}"/>
              </a:ext>
            </a:extLst>
          </p:cNvPr>
          <p:cNvSpPr txBox="1"/>
          <p:nvPr/>
        </p:nvSpPr>
        <p:spPr>
          <a:xfrm>
            <a:off x="757084" y="2182755"/>
            <a:ext cx="6096000" cy="3970318"/>
          </a:xfrm>
          <a:prstGeom prst="rect">
            <a:avLst/>
          </a:prstGeom>
          <a:noFill/>
        </p:spPr>
        <p:txBody>
          <a:bodyPr wrap="square">
            <a:spAutoFit/>
          </a:bodyPr>
          <a:lstStyle/>
          <a:p>
            <a:pPr algn="just">
              <a:buNone/>
            </a:pPr>
            <a:r>
              <a:rPr lang="en-IN" b="1" dirty="0">
                <a:latin typeface="Times New Roman" panose="02020603050405020304" pitchFamily="18" charset="0"/>
                <a:cs typeface="Times New Roman" panose="02020603050405020304" pitchFamily="18" charset="0"/>
              </a:rPr>
              <a:t>User Authentication</a:t>
            </a:r>
          </a:p>
          <a:p>
            <a:pPr algn="just">
              <a:buNone/>
            </a:pPr>
            <a:r>
              <a:rPr lang="en-IN" b="1" dirty="0">
                <a:latin typeface="Times New Roman" panose="02020603050405020304" pitchFamily="18" charset="0"/>
                <a:cs typeface="Times New Roman" panose="02020603050405020304" pitchFamily="18" charset="0"/>
              </a:rPr>
              <a:t>Functions</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Registration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Login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Password Verification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Session Management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Access Control </a:t>
            </a:r>
          </a:p>
          <a:p>
            <a:pPr algn="just">
              <a:buNone/>
            </a:pPr>
            <a:r>
              <a:rPr lang="en-IN" b="1" dirty="0">
                <a:latin typeface="Times New Roman" panose="02020603050405020304" pitchFamily="18" charset="0"/>
                <a:cs typeface="Times New Roman" panose="02020603050405020304" pitchFamily="18" charset="0"/>
              </a:rPr>
              <a:t>Working</a:t>
            </a:r>
          </a:p>
          <a:p>
            <a:pPr algn="just">
              <a:buNone/>
            </a:pPr>
            <a:r>
              <a:rPr lang="en-IN" b="1" dirty="0">
                <a:latin typeface="Times New Roman" panose="02020603050405020304" pitchFamily="18" charset="0"/>
                <a:cs typeface="Times New Roman" panose="02020603050405020304" pitchFamily="18" charset="0"/>
              </a:rPr>
              <a:t>User → Login → Credential Verification → Authentication → Dashboard</a:t>
            </a:r>
            <a:endParaRPr lang="en-IN" dirty="0">
              <a:latin typeface="Times New Roman" panose="02020603050405020304" pitchFamily="18" charset="0"/>
              <a:cs typeface="Times New Roman" panose="02020603050405020304" pitchFamily="18" charset="0"/>
            </a:endParaRPr>
          </a:p>
          <a:p>
            <a:pPr algn="just">
              <a:buNone/>
            </a:pPr>
            <a:r>
              <a:rPr lang="en-IN" b="1" dirty="0">
                <a:latin typeface="Times New Roman" panose="02020603050405020304" pitchFamily="18" charset="0"/>
                <a:cs typeface="Times New Roman" panose="02020603050405020304" pitchFamily="18" charset="0"/>
              </a:rPr>
              <a:t>Purpose</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Prevent unauthorized access.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Restrict file operations to authenticated users.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the first security layer.</a:t>
            </a:r>
          </a:p>
        </p:txBody>
      </p:sp>
      <p:pic>
        <p:nvPicPr>
          <p:cNvPr id="11" name="Picture 10" descr="https://images.openai.com/static-rsc-4/e_h2P79ZBFrJ2-MKeJipruc4-0AtpaA6jkurkWTkqV--deQhjJ2_OIjF308MyxTgLMZ2iRGdhwFLIiV5my0TmLASQweQEm9vIOJ7aKgSzyHWkl3BX3x9ykHydvOeXeEH4suLbReoSIbxJDEFDS9ysvy6q8JGdF-DBrQ-K5KWtMklrqKhj11jt1Tph9fjQOuY?purpose=fullsize">
            <a:extLst>
              <a:ext uri="{FF2B5EF4-FFF2-40B4-BE49-F238E27FC236}">
                <a16:creationId xmlns:a16="http://schemas.microsoft.com/office/drawing/2014/main" id="{57100F21-FD46-2DFB-BF07-2940A90F5FCC}"/>
              </a:ext>
            </a:extLst>
          </p:cNvPr>
          <p:cNvPicPr>
            <a:picLocks noChangeAspect="1"/>
          </p:cNvPicPr>
          <p:nvPr/>
        </p:nvPicPr>
        <p:blipFill>
          <a:blip r:embed="rId3"/>
          <a:stretch>
            <a:fillRect/>
          </a:stretch>
        </p:blipFill>
        <p:spPr>
          <a:xfrm>
            <a:off x="7023919" y="2326967"/>
            <a:ext cx="4410997" cy="2940665"/>
          </a:xfrm>
          <a:prstGeom prst="rect">
            <a:avLst/>
          </a:prstGeom>
        </p:spPr>
      </p:pic>
    </p:spTree>
    <p:extLst>
      <p:ext uri="{BB962C8B-B14F-4D97-AF65-F5344CB8AC3E}">
        <p14:creationId xmlns:p14="http://schemas.microsoft.com/office/powerpoint/2010/main" val="405005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67510-2155-8DCF-6E24-A618A474A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04684-7779-EE66-67AE-0CB188919274}"/>
              </a:ext>
            </a:extLst>
          </p:cNvPr>
          <p:cNvSpPr>
            <a:spLocks noGrp="1"/>
          </p:cNvSpPr>
          <p:nvPr>
            <p:ph type="title"/>
          </p:nvPr>
        </p:nvSpPr>
        <p:spPr>
          <a:xfrm>
            <a:off x="1445342" y="1109605"/>
            <a:ext cx="9556955" cy="971007"/>
          </a:xfrm>
        </p:spPr>
        <p:txBody>
          <a:bodyPr>
            <a:normAutofit/>
          </a:bodyPr>
          <a:lstStyle/>
          <a:p>
            <a:r>
              <a:rPr lang="en-IN" sz="4000" b="1" dirty="0">
                <a:latin typeface="Times New Roman" panose="02020603050405020304" pitchFamily="18" charset="0"/>
                <a:cs typeface="Times New Roman" panose="02020603050405020304" pitchFamily="18" charset="0"/>
              </a:rPr>
              <a:t>MODULE 2: AES FILE ENCRYPTION</a:t>
            </a:r>
            <a:endParaRPr lang="en-US" sz="40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9773D16B-2077-C393-D23E-6BB6DC4682B5}"/>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5" name="TextBox 4">
            <a:extLst>
              <a:ext uri="{FF2B5EF4-FFF2-40B4-BE49-F238E27FC236}">
                <a16:creationId xmlns:a16="http://schemas.microsoft.com/office/drawing/2014/main" id="{DC7D67F8-10D6-336A-78FB-DC455E2BE302}"/>
              </a:ext>
            </a:extLst>
          </p:cNvPr>
          <p:cNvSpPr txBox="1"/>
          <p:nvPr/>
        </p:nvSpPr>
        <p:spPr>
          <a:xfrm>
            <a:off x="511278" y="2326967"/>
            <a:ext cx="6096000" cy="397031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Purpose</a:t>
            </a:r>
          </a:p>
          <a:p>
            <a:r>
              <a:rPr lang="en-IN" dirty="0">
                <a:latin typeface="Times New Roman" panose="02020603050405020304" pitchFamily="18" charset="0"/>
                <a:cs typeface="Times New Roman" panose="02020603050405020304" pitchFamily="18" charset="0"/>
              </a:rPr>
              <a:t>This module protects the actual contents of files using the </a:t>
            </a:r>
            <a:r>
              <a:rPr lang="en-IN" b="1" dirty="0">
                <a:latin typeface="Times New Roman" panose="02020603050405020304" pitchFamily="18" charset="0"/>
                <a:cs typeface="Times New Roman" panose="02020603050405020304" pitchFamily="18" charset="0"/>
              </a:rPr>
              <a:t>AES-256 symmetric encryption algorithm</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Main Functions</a:t>
            </a:r>
          </a:p>
          <a:p>
            <a:pPr lvl="0"/>
            <a:r>
              <a:rPr lang="en-IN" dirty="0">
                <a:latin typeface="Times New Roman" panose="02020603050405020304" pitchFamily="18" charset="0"/>
                <a:cs typeface="Times New Roman" panose="02020603050405020304" pitchFamily="18" charset="0"/>
              </a:rPr>
              <a:t>File Selection </a:t>
            </a:r>
          </a:p>
          <a:p>
            <a:pPr lvl="0"/>
            <a:r>
              <a:rPr lang="en-IN" dirty="0">
                <a:latin typeface="Times New Roman" panose="02020603050405020304" pitchFamily="18" charset="0"/>
                <a:cs typeface="Times New Roman" panose="02020603050405020304" pitchFamily="18" charset="0"/>
              </a:rPr>
              <a:t>AES Key Generation </a:t>
            </a:r>
          </a:p>
          <a:p>
            <a:pPr lvl="0"/>
            <a:r>
              <a:rPr lang="en-IN" dirty="0">
                <a:latin typeface="Times New Roman" panose="02020603050405020304" pitchFamily="18" charset="0"/>
                <a:cs typeface="Times New Roman" panose="02020603050405020304" pitchFamily="18" charset="0"/>
              </a:rPr>
              <a:t>Plaintext File Processing </a:t>
            </a:r>
          </a:p>
          <a:p>
            <a:pPr lvl="0"/>
            <a:r>
              <a:rPr lang="en-IN" dirty="0">
                <a:latin typeface="Times New Roman" panose="02020603050405020304" pitchFamily="18" charset="0"/>
                <a:cs typeface="Times New Roman" panose="02020603050405020304" pitchFamily="18" charset="0"/>
              </a:rPr>
              <a:t>AES-256 Encryption </a:t>
            </a:r>
          </a:p>
          <a:p>
            <a:pPr lvl="0"/>
            <a:r>
              <a:rPr lang="en-IN" dirty="0">
                <a:latin typeface="Times New Roman" panose="02020603050405020304" pitchFamily="18" charset="0"/>
                <a:cs typeface="Times New Roman" panose="02020603050405020304" pitchFamily="18" charset="0"/>
              </a:rPr>
              <a:t>Ciphertext Generation </a:t>
            </a:r>
          </a:p>
          <a:p>
            <a:pPr lvl="0"/>
            <a:r>
              <a:rPr lang="en-IN" dirty="0">
                <a:latin typeface="Times New Roman" panose="02020603050405020304" pitchFamily="18" charset="0"/>
                <a:cs typeface="Times New Roman" panose="02020603050405020304" pitchFamily="18" charset="0"/>
              </a:rPr>
              <a:t>Encrypted File Preparation </a:t>
            </a:r>
          </a:p>
          <a:p>
            <a:r>
              <a:rPr lang="en-IN" b="1" dirty="0">
                <a:latin typeface="Times New Roman" panose="02020603050405020304" pitchFamily="18" charset="0"/>
                <a:cs typeface="Times New Roman" panose="02020603050405020304" pitchFamily="18" charset="0"/>
              </a:rPr>
              <a:t>Process</a:t>
            </a:r>
          </a:p>
          <a:p>
            <a:r>
              <a:rPr lang="en-IN" b="1" dirty="0">
                <a:latin typeface="Times New Roman" panose="02020603050405020304" pitchFamily="18" charset="0"/>
                <a:cs typeface="Times New Roman" panose="02020603050405020304" pitchFamily="18" charset="0"/>
              </a:rPr>
              <a:t>SELECT FILE</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GENERATE AES-256 KEY</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READ FILE DATA</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AES-256 ENCRYPTION</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GENERATE CIPHERTEXT</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SAVE ENCRYPTED FILE</a:t>
            </a:r>
            <a:endParaRPr lang="en-IN" dirty="0">
              <a:latin typeface="Times New Roman" panose="02020603050405020304" pitchFamily="18" charset="0"/>
              <a:cs typeface="Times New Roman" panose="02020603050405020304" pitchFamily="18" charset="0"/>
            </a:endParaRPr>
          </a:p>
        </p:txBody>
      </p:sp>
      <p:pic>
        <p:nvPicPr>
          <p:cNvPr id="7" name="Picture 6" descr="https://images.openai.com/static-rsc-4/pqp1eKNTTonMN9h5SPrZNmK1SkAz2KmxYliHiKbLBAcxRrHiITFg8fr1yqwSp08t7zA6Dn9qI5EK8ltdjKHo4sY1iaehDN-6KIK7BGEFNBlpD2CeLdHHiqNGtGTVAsAHdgw38pjXDk2OaZiwWyEE9l8RoHdhOmAX0DkYvc8gRAKlnSeGvGFEr0MmWecIL51g?purpose=fullsize">
            <a:extLst>
              <a:ext uri="{FF2B5EF4-FFF2-40B4-BE49-F238E27FC236}">
                <a16:creationId xmlns:a16="http://schemas.microsoft.com/office/drawing/2014/main" id="{460CDDD9-7366-6459-4F91-7295D55BCD92}"/>
              </a:ext>
            </a:extLst>
          </p:cNvPr>
          <p:cNvPicPr>
            <a:picLocks noChangeAspect="1"/>
          </p:cNvPicPr>
          <p:nvPr/>
        </p:nvPicPr>
        <p:blipFill>
          <a:blip r:embed="rId3"/>
          <a:stretch>
            <a:fillRect/>
          </a:stretch>
        </p:blipFill>
        <p:spPr>
          <a:xfrm>
            <a:off x="7381875" y="2397227"/>
            <a:ext cx="4133850" cy="3543300"/>
          </a:xfrm>
          <a:prstGeom prst="rect">
            <a:avLst/>
          </a:prstGeom>
        </p:spPr>
      </p:pic>
    </p:spTree>
    <p:extLst>
      <p:ext uri="{BB962C8B-B14F-4D97-AF65-F5344CB8AC3E}">
        <p14:creationId xmlns:p14="http://schemas.microsoft.com/office/powerpoint/2010/main" val="159851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839F4-6D49-0429-7B07-739E0A018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56338-5930-4303-62F0-2BD00C7CBA35}"/>
              </a:ext>
            </a:extLst>
          </p:cNvPr>
          <p:cNvSpPr>
            <a:spLocks noGrp="1"/>
          </p:cNvSpPr>
          <p:nvPr>
            <p:ph type="title"/>
          </p:nvPr>
        </p:nvSpPr>
        <p:spPr>
          <a:xfrm>
            <a:off x="157316" y="1109605"/>
            <a:ext cx="11375923" cy="971007"/>
          </a:xfrm>
        </p:spPr>
        <p:txBody>
          <a:bodyPr>
            <a:noAutofit/>
          </a:bodyPr>
          <a:lstStyle/>
          <a:p>
            <a:pPr algn="ctr"/>
            <a:r>
              <a:rPr lang="en-IN" sz="3400" b="1" dirty="0">
                <a:latin typeface="Times New Roman" panose="02020603050405020304" pitchFamily="18" charset="0"/>
                <a:cs typeface="Times New Roman" panose="02020603050405020304" pitchFamily="18" charset="0"/>
              </a:rPr>
              <a:t>MODULE 3 — RSA-2048 KEY PROTECTION &amp; MANAGEMENT</a:t>
            </a:r>
            <a:endParaRPr lang="en-US" sz="34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020712F7-1850-65A8-BF49-647BD9769707}"/>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5" name="TextBox 4">
            <a:extLst>
              <a:ext uri="{FF2B5EF4-FFF2-40B4-BE49-F238E27FC236}">
                <a16:creationId xmlns:a16="http://schemas.microsoft.com/office/drawing/2014/main" id="{B559B075-5FA4-9282-3677-F7F3F31810C0}"/>
              </a:ext>
            </a:extLst>
          </p:cNvPr>
          <p:cNvSpPr txBox="1"/>
          <p:nvPr/>
        </p:nvSpPr>
        <p:spPr>
          <a:xfrm>
            <a:off x="471948" y="2526884"/>
            <a:ext cx="6096000" cy="397031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Purpose</a:t>
            </a:r>
          </a:p>
          <a:p>
            <a:r>
              <a:rPr lang="en-IN" dirty="0">
                <a:latin typeface="Times New Roman" panose="02020603050405020304" pitchFamily="18" charset="0"/>
                <a:cs typeface="Times New Roman" panose="02020603050405020304" pitchFamily="18" charset="0"/>
              </a:rPr>
              <a:t>RSA protects the AES encryption key and provides secure asymmetric key management.</a:t>
            </a:r>
          </a:p>
          <a:p>
            <a:r>
              <a:rPr lang="en-IN" b="1" dirty="0">
                <a:latin typeface="Times New Roman" panose="02020603050405020304" pitchFamily="18" charset="0"/>
                <a:cs typeface="Times New Roman" panose="02020603050405020304" pitchFamily="18" charset="0"/>
              </a:rPr>
              <a:t>Main Functions</a:t>
            </a:r>
          </a:p>
          <a:p>
            <a:pPr lvl="0"/>
            <a:r>
              <a:rPr lang="en-IN" dirty="0">
                <a:latin typeface="Times New Roman" panose="02020603050405020304" pitchFamily="18" charset="0"/>
                <a:cs typeface="Times New Roman" panose="02020603050405020304" pitchFamily="18" charset="0"/>
              </a:rPr>
              <a:t>RSA Key Pair Generation </a:t>
            </a:r>
          </a:p>
          <a:p>
            <a:pPr lvl="0"/>
            <a:r>
              <a:rPr lang="en-IN" dirty="0">
                <a:latin typeface="Times New Roman" panose="02020603050405020304" pitchFamily="18" charset="0"/>
                <a:cs typeface="Times New Roman" panose="02020603050405020304" pitchFamily="18" charset="0"/>
              </a:rPr>
              <a:t>Public Key Management </a:t>
            </a:r>
          </a:p>
          <a:p>
            <a:pPr lvl="0"/>
            <a:r>
              <a:rPr lang="en-IN" dirty="0">
                <a:latin typeface="Times New Roman" panose="02020603050405020304" pitchFamily="18" charset="0"/>
                <a:cs typeface="Times New Roman" panose="02020603050405020304" pitchFamily="18" charset="0"/>
              </a:rPr>
              <a:t>Private Key Protection </a:t>
            </a:r>
          </a:p>
          <a:p>
            <a:pPr lvl="0"/>
            <a:r>
              <a:rPr lang="en-IN" dirty="0">
                <a:latin typeface="Times New Roman" panose="02020603050405020304" pitchFamily="18" charset="0"/>
                <a:cs typeface="Times New Roman" panose="02020603050405020304" pitchFamily="18" charset="0"/>
              </a:rPr>
              <a:t>AES Key Encryption </a:t>
            </a:r>
          </a:p>
          <a:p>
            <a:pPr lvl="0"/>
            <a:r>
              <a:rPr lang="en-IN" dirty="0">
                <a:latin typeface="Times New Roman" panose="02020603050405020304" pitchFamily="18" charset="0"/>
                <a:cs typeface="Times New Roman" panose="02020603050405020304" pitchFamily="18" charset="0"/>
              </a:rPr>
              <a:t>AES Key Recovery </a:t>
            </a:r>
          </a:p>
          <a:p>
            <a:r>
              <a:rPr lang="en-IN" b="1" dirty="0">
                <a:latin typeface="Times New Roman" panose="02020603050405020304" pitchFamily="18" charset="0"/>
                <a:cs typeface="Times New Roman" panose="02020603050405020304" pitchFamily="18" charset="0"/>
              </a:rPr>
              <a:t>Process</a:t>
            </a:r>
          </a:p>
          <a:p>
            <a:r>
              <a:rPr lang="en-IN" b="1" dirty="0">
                <a:latin typeface="Times New Roman" panose="02020603050405020304" pitchFamily="18" charset="0"/>
                <a:cs typeface="Times New Roman" panose="02020603050405020304" pitchFamily="18" charset="0"/>
              </a:rPr>
              <a:t>GENERATE RSA KEY PAIR</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RSA PUBLIC KEY + RSA PRIVATE KEY</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GENERATE AES KEY</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RSA PUBLIC KEY ENCRYPTS AES KEY</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STORE ENCRYPTED AES KEY</a:t>
            </a:r>
            <a:endParaRPr lang="en-IN" dirty="0">
              <a:latin typeface="Times New Roman" panose="02020603050405020304" pitchFamily="18" charset="0"/>
              <a:cs typeface="Times New Roman" panose="02020603050405020304" pitchFamily="18" charset="0"/>
            </a:endParaRPr>
          </a:p>
        </p:txBody>
      </p:sp>
      <p:pic>
        <p:nvPicPr>
          <p:cNvPr id="4" name="Picture 3" descr="https://images.openai.com/static-rsc-4/xe-XGg1UOvzZme3wJtWO7_PHG0Is_QmR6fhgAxyQbBp6FtobEpXQOKgkuhNB4VEhennq9ntqwyd9YaZ5AIS7DgydmOa0xTM1dlYHE4mErUQYasyJpVoE1nWOWjr4CBd6ievIj9amdpxkyhQMdMePH_Y_GgAZB0AiMXKwfpAOuSXuKvYit-yrvSy1-jGf6iSU?purpose=fullsize">
            <a:extLst>
              <a:ext uri="{FF2B5EF4-FFF2-40B4-BE49-F238E27FC236}">
                <a16:creationId xmlns:a16="http://schemas.microsoft.com/office/drawing/2014/main" id="{5691E6C5-5407-A44F-23B6-755BDD1C57EB}"/>
              </a:ext>
            </a:extLst>
          </p:cNvPr>
          <p:cNvPicPr>
            <a:picLocks noChangeAspect="1"/>
          </p:cNvPicPr>
          <p:nvPr/>
        </p:nvPicPr>
        <p:blipFill>
          <a:blip r:embed="rId3"/>
          <a:stretch>
            <a:fillRect/>
          </a:stretch>
        </p:blipFill>
        <p:spPr>
          <a:xfrm>
            <a:off x="6358613" y="2353948"/>
            <a:ext cx="5548252" cy="2309460"/>
          </a:xfrm>
          <a:prstGeom prst="rect">
            <a:avLst/>
          </a:prstGeom>
        </p:spPr>
      </p:pic>
    </p:spTree>
    <p:extLst>
      <p:ext uri="{BB962C8B-B14F-4D97-AF65-F5344CB8AC3E}">
        <p14:creationId xmlns:p14="http://schemas.microsoft.com/office/powerpoint/2010/main" val="214777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03A8B-FD82-D590-9C7F-8A33D1056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71DA1-78E7-51E8-6135-CB3A06D10E3D}"/>
              </a:ext>
            </a:extLst>
          </p:cNvPr>
          <p:cNvSpPr>
            <a:spLocks noGrp="1"/>
          </p:cNvSpPr>
          <p:nvPr>
            <p:ph type="title"/>
          </p:nvPr>
        </p:nvSpPr>
        <p:spPr>
          <a:xfrm>
            <a:off x="1445342" y="1109605"/>
            <a:ext cx="9556955" cy="971007"/>
          </a:xfrm>
        </p:spPr>
        <p:txBody>
          <a:bodyPr>
            <a:noAutofit/>
          </a:bodyPr>
          <a:lstStyle/>
          <a:p>
            <a:pPr algn="ctr"/>
            <a:r>
              <a:rPr lang="en-IN" sz="3400" b="1" dirty="0">
                <a:latin typeface="Times New Roman" panose="02020603050405020304" pitchFamily="18" charset="0"/>
                <a:cs typeface="Times New Roman" panose="02020603050405020304" pitchFamily="18" charset="0"/>
              </a:rPr>
              <a:t>MODULE 4 — SECURE CLOUD UPLOAD, DOWNLOAD &amp; DECRYPTION</a:t>
            </a:r>
            <a:endParaRPr lang="en-US" sz="34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70E76737-11A8-C855-936E-02EFF164D0B5}"/>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5" name="TextBox 4">
            <a:extLst>
              <a:ext uri="{FF2B5EF4-FFF2-40B4-BE49-F238E27FC236}">
                <a16:creationId xmlns:a16="http://schemas.microsoft.com/office/drawing/2014/main" id="{BA8247F4-F5C6-991B-53D4-CB4C89B058FA}"/>
              </a:ext>
            </a:extLst>
          </p:cNvPr>
          <p:cNvSpPr txBox="1"/>
          <p:nvPr/>
        </p:nvSpPr>
        <p:spPr>
          <a:xfrm>
            <a:off x="422787" y="2182755"/>
            <a:ext cx="6430297" cy="4247317"/>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Purpose</a:t>
            </a:r>
          </a:p>
          <a:p>
            <a:r>
              <a:rPr lang="en-IN" dirty="0">
                <a:latin typeface="Times New Roman" panose="02020603050405020304" pitchFamily="18" charset="0"/>
                <a:cs typeface="Times New Roman" panose="02020603050405020304" pitchFamily="18" charset="0"/>
              </a:rPr>
              <a:t>This module manages secure storage and retrieval of encrypted files from the cloud.</a:t>
            </a:r>
          </a:p>
          <a:p>
            <a:r>
              <a:rPr lang="en-IN" b="1" dirty="0">
                <a:latin typeface="Times New Roman" panose="02020603050405020304" pitchFamily="18" charset="0"/>
                <a:cs typeface="Times New Roman" panose="02020603050405020304" pitchFamily="18" charset="0"/>
              </a:rPr>
              <a:t>UPLOAD PROCESS</a:t>
            </a:r>
          </a:p>
          <a:p>
            <a:r>
              <a:rPr lang="en-IN" dirty="0">
                <a:latin typeface="Times New Roman" panose="02020603050405020304" pitchFamily="18" charset="0"/>
                <a:cs typeface="Times New Roman" panose="02020603050405020304" pitchFamily="18" charset="0"/>
              </a:rPr>
              <a:t>USER LOGIN → SELECT FILE → AES-256 ENCRYPTION → RSA PROTECT AES KEY → UPLOAD CIPHERTEXT → STORE ENCRYPTED AES KEY → CLOUD STORAGE</a:t>
            </a:r>
          </a:p>
          <a:p>
            <a:r>
              <a:rPr lang="en-IN" b="1" dirty="0">
                <a:latin typeface="Times New Roman" panose="02020603050405020304" pitchFamily="18" charset="0"/>
                <a:cs typeface="Times New Roman" panose="02020603050405020304" pitchFamily="18" charset="0"/>
              </a:rPr>
              <a:t>CLOUD STORAGE CONTAINS</a:t>
            </a:r>
          </a:p>
          <a:p>
            <a:r>
              <a:rPr lang="en-IN" dirty="0">
                <a:latin typeface="Times New Roman" panose="02020603050405020304" pitchFamily="18" charset="0"/>
                <a:cs typeface="Times New Roman" panose="02020603050405020304" pitchFamily="18" charset="0"/>
              </a:rPr>
              <a:t>ENCRYPTED FILE + RSA-PROTECTED AES KEY + FILE METADATA</a:t>
            </a:r>
          </a:p>
          <a:p>
            <a:r>
              <a:rPr lang="en-IN" b="1" dirty="0">
                <a:latin typeface="Times New Roman" panose="02020603050405020304" pitchFamily="18" charset="0"/>
                <a:cs typeface="Times New Roman" panose="02020603050405020304" pitchFamily="18" charset="0"/>
              </a:rPr>
              <a:t>DOWNLOAD PROCESS</a:t>
            </a:r>
          </a:p>
          <a:p>
            <a:r>
              <a:rPr lang="en-IN" dirty="0">
                <a:latin typeface="Times New Roman" panose="02020603050405020304" pitchFamily="18" charset="0"/>
                <a:cs typeface="Times New Roman" panose="02020603050405020304" pitchFamily="18" charset="0"/>
              </a:rPr>
              <a:t>USER LOGIN → AUTHENTICATION → REQUEST FILE → DOWNLOAD ENCRYPTED FILE → RETRIEVE RSA-PROTECTED AES KEY → RSA PRIVATE KEY → RECOVER AES KEY → AES DECRYPTION → ORIGINAL FILE</a:t>
            </a:r>
          </a:p>
        </p:txBody>
      </p:sp>
      <p:pic>
        <p:nvPicPr>
          <p:cNvPr id="4" name="Picture 3" descr="https://images.openai.com/static-rsc-4/AD5DJjyt029bEpLzyegYYHhHGozlFSmOTYJe4-dzkW40qnUEZNSN_wTDrfZ4i6Ft-9fb4v1cmZyv3zIGy5Vlc2F9qN-K_7e8u0_o79W1dv7XAMytx1v3Ji7uPqmOanZJ3BolLuWKc4ytTju_R5Ow_v-55AgFyyI68J5RBvT6EYQVDtND4n7l4JZjvHRl4j9J?purpose=fullsize">
            <a:extLst>
              <a:ext uri="{FF2B5EF4-FFF2-40B4-BE49-F238E27FC236}">
                <a16:creationId xmlns:a16="http://schemas.microsoft.com/office/drawing/2014/main" id="{7825889F-5931-1E85-648C-E55D8C1F31D9}"/>
              </a:ext>
            </a:extLst>
          </p:cNvPr>
          <p:cNvPicPr>
            <a:picLocks noChangeAspect="1"/>
          </p:cNvPicPr>
          <p:nvPr/>
        </p:nvPicPr>
        <p:blipFill>
          <a:blip r:embed="rId3"/>
          <a:stretch>
            <a:fillRect/>
          </a:stretch>
        </p:blipFill>
        <p:spPr>
          <a:xfrm>
            <a:off x="7221438" y="2516815"/>
            <a:ext cx="3918510" cy="2976960"/>
          </a:xfrm>
          <a:prstGeom prst="rect">
            <a:avLst/>
          </a:prstGeom>
        </p:spPr>
      </p:pic>
    </p:spTree>
    <p:extLst>
      <p:ext uri="{BB962C8B-B14F-4D97-AF65-F5344CB8AC3E}">
        <p14:creationId xmlns:p14="http://schemas.microsoft.com/office/powerpoint/2010/main" val="3559506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182F-7A79-0403-E2F5-3A68DEC2650A}"/>
              </a:ext>
            </a:extLst>
          </p:cNvPr>
          <p:cNvSpPr>
            <a:spLocks noGrp="1"/>
          </p:cNvSpPr>
          <p:nvPr>
            <p:ph type="title"/>
          </p:nvPr>
        </p:nvSpPr>
        <p:spPr>
          <a:xfrm>
            <a:off x="2390273" y="1240615"/>
            <a:ext cx="7411452" cy="899471"/>
          </a:xfrm>
        </p:spPr>
        <p:txBody>
          <a:bodyPr anchor="t">
            <a:noAutofit/>
          </a:bodyPr>
          <a:lstStyle/>
          <a:p>
            <a:r>
              <a:rPr lang="en-IN" sz="4000" b="1" dirty="0">
                <a:latin typeface="Times New Roman" panose="02020603050405020304" pitchFamily="18" charset="0"/>
                <a:cs typeface="Times New Roman" panose="02020603050405020304" pitchFamily="18" charset="0"/>
              </a:rPr>
              <a:t>TOOLS &amp; TECHNOLOGIES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C8573-502C-772E-95C4-BCD704430A1B}"/>
              </a:ext>
            </a:extLst>
          </p:cNvPr>
          <p:cNvSpPr>
            <a:spLocks noGrp="1"/>
          </p:cNvSpPr>
          <p:nvPr>
            <p:ph idx="1"/>
          </p:nvPr>
        </p:nvSpPr>
        <p:spPr>
          <a:xfrm>
            <a:off x="562897" y="2250558"/>
            <a:ext cx="10515600" cy="3602409"/>
          </a:xfrm>
        </p:spPr>
        <p:txBody>
          <a:bodyPr>
            <a:no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Software Tools</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Python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Flask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HTML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CSS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Bootstrap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SQLite / MySQL </a:t>
            </a:r>
          </a:p>
          <a:p>
            <a:pPr lvl="0">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Visual Studio Code </a:t>
            </a:r>
          </a:p>
        </p:txBody>
      </p:sp>
      <p:pic>
        <p:nvPicPr>
          <p:cNvPr id="5" name="Google Shape;57;p13">
            <a:extLst>
              <a:ext uri="{FF2B5EF4-FFF2-40B4-BE49-F238E27FC236}">
                <a16:creationId xmlns:a16="http://schemas.microsoft.com/office/drawing/2014/main" id="{777C46D4-9B83-B71A-76BE-FB97998B58EE}"/>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6" name="TextBox 5">
            <a:extLst>
              <a:ext uri="{FF2B5EF4-FFF2-40B4-BE49-F238E27FC236}">
                <a16:creationId xmlns:a16="http://schemas.microsoft.com/office/drawing/2014/main" id="{FACBF324-26A9-8F1B-7109-6803DB31872B}"/>
              </a:ext>
            </a:extLst>
          </p:cNvPr>
          <p:cNvSpPr txBox="1"/>
          <p:nvPr/>
        </p:nvSpPr>
        <p:spPr>
          <a:xfrm>
            <a:off x="3163529" y="2117963"/>
            <a:ext cx="6096000" cy="1845185"/>
          </a:xfrm>
          <a:prstGeom prst="rect">
            <a:avLst/>
          </a:prstGeom>
          <a:noFill/>
        </p:spPr>
        <p:txBody>
          <a:bodyPr wrap="square">
            <a:spAutoFit/>
          </a:bodyPr>
          <a:lstStyle/>
          <a:p>
            <a:pPr>
              <a:lnSpc>
                <a:spcPct val="200000"/>
              </a:lnSpc>
            </a:pPr>
            <a:r>
              <a:rPr lang="en-IN" sz="2000" b="1" dirty="0">
                <a:latin typeface="Times New Roman" panose="02020603050405020304" pitchFamily="18" charset="0"/>
                <a:cs typeface="Times New Roman" panose="02020603050405020304" pitchFamily="18" charset="0"/>
              </a:rPr>
              <a:t>Security Algorithms</a:t>
            </a:r>
          </a:p>
          <a:p>
            <a:pPr marL="342900" lvl="0" indent="-342900">
              <a:lnSpc>
                <a:spcPct val="20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AES-256 (File Encryption) </a:t>
            </a:r>
          </a:p>
          <a:p>
            <a:pPr marL="342900" lvl="0" indent="-342900">
              <a:lnSpc>
                <a:spcPct val="20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RSA-2048 (Key Encryption)</a:t>
            </a:r>
          </a:p>
        </p:txBody>
      </p:sp>
      <p:pic>
        <p:nvPicPr>
          <p:cNvPr id="7" name="Picture 6" descr="https://images.openai.com/static-rsc-4/IMOivg7RRupSEYTg01vARM5idcfKSdZ-u3LQQEWjAU_MPVhOePT1dp6YBBve5mc9HO5F-3EkSSR3Z5VKFrzNRZqskpcm7M7aTXsSs13kyAsAAc-vX4wWlUC7nbWasli-YSpDe8lKmiyJkEVQD9t20MQPLCwXbNWNzlxAHi8C8SNHMU9wW32H1qPhqM4bBX2W?purpose=fullsize">
            <a:extLst>
              <a:ext uri="{FF2B5EF4-FFF2-40B4-BE49-F238E27FC236}">
                <a16:creationId xmlns:a16="http://schemas.microsoft.com/office/drawing/2014/main" id="{AC87108F-F3A1-15DC-0D0F-63F24F5CB57F}"/>
              </a:ext>
            </a:extLst>
          </p:cNvPr>
          <p:cNvPicPr>
            <a:picLocks noChangeAspect="1"/>
          </p:cNvPicPr>
          <p:nvPr/>
        </p:nvPicPr>
        <p:blipFill>
          <a:blip r:embed="rId3"/>
          <a:stretch>
            <a:fillRect/>
          </a:stretch>
        </p:blipFill>
        <p:spPr>
          <a:xfrm>
            <a:off x="6639846" y="2741560"/>
            <a:ext cx="5099870" cy="3399913"/>
          </a:xfrm>
          <a:prstGeom prst="rect">
            <a:avLst/>
          </a:prstGeom>
        </p:spPr>
      </p:pic>
    </p:spTree>
    <p:extLst>
      <p:ext uri="{BB962C8B-B14F-4D97-AF65-F5344CB8AC3E}">
        <p14:creationId xmlns:p14="http://schemas.microsoft.com/office/powerpoint/2010/main" val="259326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01C6D-99AB-366F-0F23-4FFEE913BE72}"/>
            </a:ext>
          </a:extLst>
        </p:cNvPr>
        <p:cNvGrpSpPr/>
        <p:nvPr/>
      </p:nvGrpSpPr>
      <p:grpSpPr>
        <a:xfrm>
          <a:off x="0" y="0"/>
          <a:ext cx="0" cy="0"/>
          <a:chOff x="0" y="0"/>
          <a:chExt cx="0" cy="0"/>
        </a:xfrm>
      </p:grpSpPr>
      <p:pic>
        <p:nvPicPr>
          <p:cNvPr id="10" name="Google Shape;57;p13">
            <a:extLst>
              <a:ext uri="{FF2B5EF4-FFF2-40B4-BE49-F238E27FC236}">
                <a16:creationId xmlns:a16="http://schemas.microsoft.com/office/drawing/2014/main" id="{68A22E2F-1F79-7C62-3C53-E31FB835EFC9}"/>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pic>
        <p:nvPicPr>
          <p:cNvPr id="8" name="Picture 7">
            <a:extLst>
              <a:ext uri="{FF2B5EF4-FFF2-40B4-BE49-F238E27FC236}">
                <a16:creationId xmlns:a16="http://schemas.microsoft.com/office/drawing/2014/main" id="{58811BFA-31D3-3108-A5C7-DB9C8545241B}"/>
              </a:ext>
            </a:extLst>
          </p:cNvPr>
          <p:cNvPicPr>
            <a:picLocks noChangeAspect="1"/>
          </p:cNvPicPr>
          <p:nvPr/>
        </p:nvPicPr>
        <p:blipFill>
          <a:blip r:embed="rId3"/>
          <a:stretch>
            <a:fillRect/>
          </a:stretch>
        </p:blipFill>
        <p:spPr>
          <a:xfrm>
            <a:off x="1867514" y="1220019"/>
            <a:ext cx="8456971" cy="5637981"/>
          </a:xfrm>
          <a:prstGeom prst="rect">
            <a:avLst/>
          </a:prstGeom>
        </p:spPr>
      </p:pic>
    </p:spTree>
    <p:extLst>
      <p:ext uri="{BB962C8B-B14F-4D97-AF65-F5344CB8AC3E}">
        <p14:creationId xmlns:p14="http://schemas.microsoft.com/office/powerpoint/2010/main" val="3180566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4470B-B176-A028-897A-5443A363B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A2CBF-2BE6-77B3-5883-CE4676D99D74}"/>
              </a:ext>
            </a:extLst>
          </p:cNvPr>
          <p:cNvSpPr>
            <a:spLocks noGrp="1"/>
          </p:cNvSpPr>
          <p:nvPr>
            <p:ph type="title"/>
          </p:nvPr>
        </p:nvSpPr>
        <p:spPr>
          <a:xfrm>
            <a:off x="1445342" y="1109605"/>
            <a:ext cx="9556955" cy="971007"/>
          </a:xfrm>
        </p:spPr>
        <p:txBody>
          <a:bodyPr>
            <a:noAutofit/>
          </a:bodyPr>
          <a:lstStyle/>
          <a:p>
            <a:pPr algn="ctr"/>
            <a:r>
              <a:rPr lang="en-IN" sz="3600" b="1" dirty="0">
                <a:latin typeface="Times New Roman" panose="02020603050405020304" pitchFamily="18" charset="0"/>
                <a:cs typeface="Times New Roman" panose="02020603050405020304" pitchFamily="18" charset="0"/>
              </a:rPr>
              <a:t>OUTPUT</a:t>
            </a:r>
            <a:endParaRPr lang="en-US" sz="34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9273991A-4E47-8AAA-954D-E495A2A8542F}"/>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pic>
        <p:nvPicPr>
          <p:cNvPr id="4" name="Picture 3">
            <a:extLst>
              <a:ext uri="{FF2B5EF4-FFF2-40B4-BE49-F238E27FC236}">
                <a16:creationId xmlns:a16="http://schemas.microsoft.com/office/drawing/2014/main" id="{97C6FEC5-0516-3BFD-4D46-E4E9CB7EE649}"/>
              </a:ext>
            </a:extLst>
          </p:cNvPr>
          <p:cNvPicPr>
            <a:picLocks noChangeAspect="1"/>
          </p:cNvPicPr>
          <p:nvPr/>
        </p:nvPicPr>
        <p:blipFill>
          <a:blip r:embed="rId3"/>
          <a:stretch>
            <a:fillRect/>
          </a:stretch>
        </p:blipFill>
        <p:spPr>
          <a:xfrm>
            <a:off x="86432" y="2448231"/>
            <a:ext cx="4295654" cy="4272116"/>
          </a:xfrm>
          <a:prstGeom prst="rect">
            <a:avLst/>
          </a:prstGeom>
        </p:spPr>
      </p:pic>
      <p:pic>
        <p:nvPicPr>
          <p:cNvPr id="7" name="Picture 6">
            <a:extLst>
              <a:ext uri="{FF2B5EF4-FFF2-40B4-BE49-F238E27FC236}">
                <a16:creationId xmlns:a16="http://schemas.microsoft.com/office/drawing/2014/main" id="{B5CAC57A-322D-F03A-06D9-8E121463A448}"/>
              </a:ext>
            </a:extLst>
          </p:cNvPr>
          <p:cNvPicPr>
            <a:picLocks noChangeAspect="1"/>
          </p:cNvPicPr>
          <p:nvPr/>
        </p:nvPicPr>
        <p:blipFill>
          <a:blip r:embed="rId4"/>
          <a:stretch>
            <a:fillRect/>
          </a:stretch>
        </p:blipFill>
        <p:spPr>
          <a:xfrm>
            <a:off x="4475735" y="2991839"/>
            <a:ext cx="7629832" cy="3728508"/>
          </a:xfrm>
          <a:prstGeom prst="rect">
            <a:avLst/>
          </a:prstGeom>
        </p:spPr>
      </p:pic>
    </p:spTree>
    <p:extLst>
      <p:ext uri="{BB962C8B-B14F-4D97-AF65-F5344CB8AC3E}">
        <p14:creationId xmlns:p14="http://schemas.microsoft.com/office/powerpoint/2010/main" val="315204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6222-3018-B76B-3258-E6A090979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2946-9280-F9B9-D5A2-3BC16FFA97FB}"/>
              </a:ext>
            </a:extLst>
          </p:cNvPr>
          <p:cNvSpPr>
            <a:spLocks noGrp="1"/>
          </p:cNvSpPr>
          <p:nvPr>
            <p:ph type="title"/>
          </p:nvPr>
        </p:nvSpPr>
        <p:spPr>
          <a:xfrm>
            <a:off x="1445342" y="1109605"/>
            <a:ext cx="9556955" cy="971007"/>
          </a:xfrm>
        </p:spPr>
        <p:txBody>
          <a:bodyPr>
            <a:noAutofit/>
          </a:bodyPr>
          <a:lstStyle/>
          <a:p>
            <a:pPr algn="ctr"/>
            <a:r>
              <a:rPr lang="en-IN" sz="3600" b="1" dirty="0">
                <a:latin typeface="Times New Roman" panose="02020603050405020304" pitchFamily="18" charset="0"/>
                <a:cs typeface="Times New Roman" panose="02020603050405020304" pitchFamily="18" charset="0"/>
              </a:rPr>
              <a:t>CONCLUSION</a:t>
            </a:r>
            <a:endParaRPr lang="en-US" sz="3400" b="1" dirty="0">
              <a:latin typeface="Times New Roman" panose="02020603050405020304" pitchFamily="18" charset="0"/>
              <a:cs typeface="Times New Roman" panose="02020603050405020304" pitchFamily="18" charset="0"/>
            </a:endParaRPr>
          </a:p>
        </p:txBody>
      </p:sp>
      <p:pic>
        <p:nvPicPr>
          <p:cNvPr id="16" name="Google Shape;57;p13">
            <a:extLst>
              <a:ext uri="{FF2B5EF4-FFF2-40B4-BE49-F238E27FC236}">
                <a16:creationId xmlns:a16="http://schemas.microsoft.com/office/drawing/2014/main" id="{BDB23BE4-BB50-84EC-0508-A6782246B291}"/>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5" name="TextBox 4">
            <a:extLst>
              <a:ext uri="{FF2B5EF4-FFF2-40B4-BE49-F238E27FC236}">
                <a16:creationId xmlns:a16="http://schemas.microsoft.com/office/drawing/2014/main" id="{CFD2C81A-60A7-FC06-88B6-538AB8063835}"/>
              </a:ext>
            </a:extLst>
          </p:cNvPr>
          <p:cNvSpPr txBox="1"/>
          <p:nvPr/>
        </p:nvSpPr>
        <p:spPr>
          <a:xfrm>
            <a:off x="412954" y="1986110"/>
            <a:ext cx="10707329" cy="5028556"/>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The proposed </a:t>
            </a:r>
            <a:r>
              <a:rPr lang="en-IN" b="1" dirty="0">
                <a:latin typeface="Times New Roman" panose="02020603050405020304" pitchFamily="18" charset="0"/>
                <a:cs typeface="Times New Roman" panose="02020603050405020304" pitchFamily="18" charset="0"/>
              </a:rPr>
              <a:t>Secure Cloud Storage with Hybrid Encryption Using AES and RSA</a:t>
            </a:r>
            <a:r>
              <a:rPr lang="en-IN" dirty="0">
                <a:latin typeface="Times New Roman" panose="02020603050405020304" pitchFamily="18" charset="0"/>
                <a:cs typeface="Times New Roman" panose="02020603050405020304" pitchFamily="18" charset="0"/>
              </a:rPr>
              <a:t> provides a secure and efficient approach for protecting files stored in a cloud environment. The system combines </a:t>
            </a:r>
            <a:r>
              <a:rPr lang="en-IN" b="1" dirty="0">
                <a:latin typeface="Times New Roman" panose="02020603050405020304" pitchFamily="18" charset="0"/>
                <a:cs typeface="Times New Roman" panose="02020603050405020304" pitchFamily="18" charset="0"/>
              </a:rPr>
              <a:t>AES for fast file encryption</a:t>
            </a:r>
            <a:r>
              <a:rPr lang="en-IN" dirty="0">
                <a:latin typeface="Times New Roman" panose="02020603050405020304" pitchFamily="18" charset="0"/>
                <a:cs typeface="Times New Roman" panose="02020603050405020304" pitchFamily="18" charset="0"/>
              </a:rPr>
              <a:t> with </a:t>
            </a:r>
            <a:r>
              <a:rPr lang="en-IN" b="1" dirty="0">
                <a:latin typeface="Times New Roman" panose="02020603050405020304" pitchFamily="18" charset="0"/>
                <a:cs typeface="Times New Roman" panose="02020603050405020304" pitchFamily="18" charset="0"/>
              </a:rPr>
              <a:t>RSA for secure AES key protection</a:t>
            </a:r>
            <a:r>
              <a:rPr lang="en-IN" dirty="0">
                <a:latin typeface="Times New Roman" panose="02020603050405020304" pitchFamily="18" charset="0"/>
                <a:cs typeface="Times New Roman" panose="02020603050405020304" pitchFamily="18" charset="0"/>
              </a:rPr>
              <a:t>, thereby achieving both high performance and strong security. User authentication ensures that only registered and authorized users can access the system, while encrypted file storage protects sensitive data from unauthorized access.</a:t>
            </a:r>
          </a:p>
          <a:p>
            <a:pPr>
              <a:lnSpc>
                <a:spcPct val="150000"/>
              </a:lnSpc>
            </a:pPr>
            <a:r>
              <a:rPr lang="en-IN" b="1" dirty="0">
                <a:latin typeface="Times New Roman" panose="02020603050405020304" pitchFamily="18" charset="0"/>
                <a:cs typeface="Times New Roman" panose="02020603050405020304" pitchFamily="18" charset="0"/>
              </a:rPr>
              <a:t>Key Conclusion Points</a:t>
            </a:r>
          </a:p>
          <a:p>
            <a:pPr lvl="0">
              <a:lnSpc>
                <a:spcPct val="150000"/>
              </a:lnSpc>
            </a:pPr>
            <a:r>
              <a:rPr lang="en-IN" b="1" dirty="0">
                <a:latin typeface="Times New Roman" panose="02020603050405020304" pitchFamily="18" charset="0"/>
                <a:cs typeface="Times New Roman" panose="02020603050405020304" pitchFamily="18" charset="0"/>
              </a:rPr>
              <a:t>User Authentication</a:t>
            </a:r>
            <a:r>
              <a:rPr lang="en-IN" dirty="0">
                <a:latin typeface="Times New Roman" panose="02020603050405020304" pitchFamily="18" charset="0"/>
                <a:cs typeface="Times New Roman" panose="02020603050405020304" pitchFamily="18" charset="0"/>
              </a:rPr>
              <a:t> ensures that only authorized users can access the cloud storage system. </a:t>
            </a:r>
          </a:p>
          <a:p>
            <a:pPr lvl="0">
              <a:lnSpc>
                <a:spcPct val="150000"/>
              </a:lnSpc>
            </a:pPr>
            <a:r>
              <a:rPr lang="en-IN" b="1" dirty="0">
                <a:latin typeface="Times New Roman" panose="02020603050405020304" pitchFamily="18" charset="0"/>
                <a:cs typeface="Times New Roman" panose="02020603050405020304" pitchFamily="18" charset="0"/>
              </a:rPr>
              <a:t>AES encryption</a:t>
            </a:r>
            <a:r>
              <a:rPr lang="en-IN" dirty="0">
                <a:latin typeface="Times New Roman" panose="02020603050405020304" pitchFamily="18" charset="0"/>
                <a:cs typeface="Times New Roman" panose="02020603050405020304" pitchFamily="18" charset="0"/>
              </a:rPr>
              <a:t> provides fast and efficient protection for files, making it suitable for large data. </a:t>
            </a:r>
          </a:p>
          <a:p>
            <a:pPr lvl="0">
              <a:lnSpc>
                <a:spcPct val="150000"/>
              </a:lnSpc>
            </a:pPr>
            <a:r>
              <a:rPr lang="en-IN" b="1" dirty="0">
                <a:latin typeface="Times New Roman" panose="02020603050405020304" pitchFamily="18" charset="0"/>
                <a:cs typeface="Times New Roman" panose="02020603050405020304" pitchFamily="18" charset="0"/>
              </a:rPr>
              <a:t>RSA encryption</a:t>
            </a:r>
            <a:r>
              <a:rPr lang="en-IN" dirty="0">
                <a:latin typeface="Times New Roman" panose="02020603050405020304" pitchFamily="18" charset="0"/>
                <a:cs typeface="Times New Roman" panose="02020603050405020304" pitchFamily="18" charset="0"/>
              </a:rPr>
              <a:t> securely protects and distributes the AES session/encryption keys. </a:t>
            </a:r>
          </a:p>
          <a:p>
            <a:pPr lvl="0">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hybrid encryption approach</a:t>
            </a:r>
            <a:r>
              <a:rPr lang="en-IN" dirty="0">
                <a:latin typeface="Times New Roman" panose="02020603050405020304" pitchFamily="18" charset="0"/>
                <a:cs typeface="Times New Roman" panose="02020603050405020304" pitchFamily="18" charset="0"/>
              </a:rPr>
              <a:t> combines the speed of symmetric encryption with the secure key management of asymmetric encryption.</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167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DB60-1A4A-8048-C3A2-7E4C0C9926D1}"/>
              </a:ext>
            </a:extLst>
          </p:cNvPr>
          <p:cNvSpPr>
            <a:spLocks noGrp="1"/>
          </p:cNvSpPr>
          <p:nvPr>
            <p:ph type="title"/>
          </p:nvPr>
        </p:nvSpPr>
        <p:spPr>
          <a:xfrm>
            <a:off x="2951748" y="1109605"/>
            <a:ext cx="7470446" cy="1055113"/>
          </a:xfrm>
        </p:spPr>
        <p:txBody>
          <a:bodyPr>
            <a:noAutofit/>
          </a:bodyPr>
          <a:lstStyle/>
          <a:p>
            <a:r>
              <a:rPr lang="en-IN" sz="4000" b="1" dirty="0">
                <a:latin typeface="Times New Roman" panose="02020603050405020304" pitchFamily="18" charset="0"/>
                <a:cs typeface="Times New Roman" panose="02020603050405020304" pitchFamily="18" charset="0"/>
              </a:rPr>
              <a:t>FUTURE ENHANCEMENTS</a:t>
            </a:r>
          </a:p>
        </p:txBody>
      </p:sp>
      <p:pic>
        <p:nvPicPr>
          <p:cNvPr id="10" name="Google Shape;57;p13">
            <a:extLst>
              <a:ext uri="{FF2B5EF4-FFF2-40B4-BE49-F238E27FC236}">
                <a16:creationId xmlns:a16="http://schemas.microsoft.com/office/drawing/2014/main" id="{1B586B06-4239-BE5D-FFC3-841560513CC7}"/>
              </a:ext>
            </a:extLst>
          </p:cNvPr>
          <p:cNvPicPr preferRelativeResize="0"/>
          <p:nvPr/>
        </p:nvPicPr>
        <p:blipFill>
          <a:blip r:embed="rId2">
            <a:alphaModFix/>
          </a:blip>
          <a:stretch>
            <a:fillRect/>
          </a:stretch>
        </p:blipFill>
        <p:spPr>
          <a:xfrm>
            <a:off x="86432" y="36455"/>
            <a:ext cx="12019135" cy="1073150"/>
          </a:xfrm>
          <a:prstGeom prst="rect">
            <a:avLst/>
          </a:prstGeom>
          <a:noFill/>
          <a:ln>
            <a:noFill/>
          </a:ln>
        </p:spPr>
      </p:pic>
      <p:sp>
        <p:nvSpPr>
          <p:cNvPr id="4" name="TextBox 3">
            <a:extLst>
              <a:ext uri="{FF2B5EF4-FFF2-40B4-BE49-F238E27FC236}">
                <a16:creationId xmlns:a16="http://schemas.microsoft.com/office/drawing/2014/main" id="{E6B527CA-8DA9-9D6A-40DC-C94E69C77C22}"/>
              </a:ext>
            </a:extLst>
          </p:cNvPr>
          <p:cNvSpPr txBox="1"/>
          <p:nvPr/>
        </p:nvSpPr>
        <p:spPr>
          <a:xfrm>
            <a:off x="166630" y="1945712"/>
            <a:ext cx="5575409" cy="419198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 Multi-Factor Authentication</a:t>
            </a:r>
          </a:p>
          <a:p>
            <a:pPr>
              <a:lnSpc>
                <a:spcPct val="150000"/>
              </a:lnSpc>
            </a:pPr>
            <a:r>
              <a:rPr lang="en-IN" sz="2000" dirty="0">
                <a:latin typeface="Times New Roman" panose="02020603050405020304" pitchFamily="18" charset="0"/>
                <a:cs typeface="Times New Roman" panose="02020603050405020304" pitchFamily="18" charset="0"/>
              </a:rPr>
              <a:t>Add OTP or authenticator-based verification.</a:t>
            </a:r>
          </a:p>
          <a:p>
            <a:pPr>
              <a:lnSpc>
                <a:spcPct val="150000"/>
              </a:lnSpc>
            </a:pPr>
            <a:r>
              <a:rPr lang="en-IN" sz="2000" b="1" dirty="0">
                <a:latin typeface="Times New Roman" panose="02020603050405020304" pitchFamily="18" charset="0"/>
                <a:cs typeface="Times New Roman" panose="02020603050405020304" pitchFamily="18" charset="0"/>
              </a:rPr>
              <a:t>🔄 Automatic Key Rotation</a:t>
            </a:r>
          </a:p>
          <a:p>
            <a:pPr>
              <a:lnSpc>
                <a:spcPct val="150000"/>
              </a:lnSpc>
            </a:pPr>
            <a:r>
              <a:rPr lang="en-IN" sz="2000" dirty="0">
                <a:latin typeface="Times New Roman" panose="02020603050405020304" pitchFamily="18" charset="0"/>
                <a:cs typeface="Times New Roman" panose="02020603050405020304" pitchFamily="18" charset="0"/>
              </a:rPr>
              <a:t>Periodically replace encryption keys.</a:t>
            </a:r>
          </a:p>
          <a:p>
            <a:pPr>
              <a:lnSpc>
                <a:spcPct val="150000"/>
              </a:lnSpc>
            </a:pPr>
            <a:r>
              <a:rPr lang="en-IN" sz="2000" b="1" dirty="0">
                <a:latin typeface="Times New Roman" panose="02020603050405020304" pitchFamily="18" charset="0"/>
                <a:cs typeface="Times New Roman" panose="02020603050405020304" pitchFamily="18" charset="0"/>
              </a:rPr>
              <a:t>🛡️ AES-GCM</a:t>
            </a:r>
          </a:p>
          <a:p>
            <a:pPr>
              <a:lnSpc>
                <a:spcPct val="150000"/>
              </a:lnSpc>
            </a:pPr>
            <a:r>
              <a:rPr lang="en-IN" sz="2000" dirty="0">
                <a:latin typeface="Times New Roman" panose="02020603050405020304" pitchFamily="18" charset="0"/>
                <a:cs typeface="Times New Roman" panose="02020603050405020304" pitchFamily="18" charset="0"/>
              </a:rPr>
              <a:t>Provide both confidentiality and authenticated integrity.</a:t>
            </a:r>
          </a:p>
          <a:p>
            <a:pPr>
              <a:lnSpc>
                <a:spcPct val="150000"/>
              </a:lnSpc>
            </a:pPr>
            <a:r>
              <a:rPr lang="en-IN" sz="2000" b="1" dirty="0">
                <a:latin typeface="Times New Roman" panose="02020603050405020304" pitchFamily="18" charset="0"/>
                <a:cs typeface="Times New Roman" panose="02020603050405020304" pitchFamily="18" charset="0"/>
              </a:rPr>
              <a:t>👥 Role-Based Access Control</a:t>
            </a:r>
          </a:p>
          <a:p>
            <a:pPr>
              <a:lnSpc>
                <a:spcPct val="150000"/>
              </a:lnSpc>
            </a:pPr>
            <a:r>
              <a:rPr lang="en-IN" sz="2000" dirty="0">
                <a:latin typeface="Times New Roman" panose="02020603050405020304" pitchFamily="18" charset="0"/>
                <a:cs typeface="Times New Roman" panose="02020603050405020304" pitchFamily="18" charset="0"/>
              </a:rPr>
              <a:t>Allow different permissions for different users.</a:t>
            </a:r>
          </a:p>
        </p:txBody>
      </p:sp>
      <p:sp>
        <p:nvSpPr>
          <p:cNvPr id="5" name="TextBox 4">
            <a:extLst>
              <a:ext uri="{FF2B5EF4-FFF2-40B4-BE49-F238E27FC236}">
                <a16:creationId xmlns:a16="http://schemas.microsoft.com/office/drawing/2014/main" id="{05E5C757-F7C3-5598-DD67-C935814070B0}"/>
              </a:ext>
            </a:extLst>
          </p:cNvPr>
          <p:cNvSpPr txBox="1"/>
          <p:nvPr/>
        </p:nvSpPr>
        <p:spPr>
          <a:xfrm>
            <a:off x="5559355" y="2018078"/>
            <a:ext cx="5285626" cy="4653646"/>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 Secure File Sharing</a:t>
            </a:r>
          </a:p>
          <a:p>
            <a:pPr>
              <a:lnSpc>
                <a:spcPct val="150000"/>
              </a:lnSpc>
            </a:pPr>
            <a:r>
              <a:rPr lang="en-IN" sz="2000" dirty="0">
                <a:latin typeface="Times New Roman" panose="02020603050405020304" pitchFamily="18" charset="0"/>
                <a:cs typeface="Times New Roman" panose="02020603050405020304" pitchFamily="18" charset="0"/>
              </a:rPr>
              <a:t>Enable controlled sharing of encrypted files.</a:t>
            </a:r>
          </a:p>
          <a:p>
            <a:pPr>
              <a:lnSpc>
                <a:spcPct val="150000"/>
              </a:lnSpc>
            </a:pPr>
            <a:r>
              <a:rPr lang="en-IN" sz="2000" b="1" dirty="0">
                <a:latin typeface="Times New Roman" panose="02020603050405020304" pitchFamily="18" charset="0"/>
                <a:cs typeface="Times New Roman" panose="02020603050405020304" pitchFamily="18" charset="0"/>
              </a:rPr>
              <a:t>📊 Audit Logging</a:t>
            </a:r>
          </a:p>
          <a:p>
            <a:pPr>
              <a:lnSpc>
                <a:spcPct val="150000"/>
              </a:lnSpc>
            </a:pPr>
            <a:r>
              <a:rPr lang="en-IN" sz="2000" dirty="0">
                <a:latin typeface="Times New Roman" panose="02020603050405020304" pitchFamily="18" charset="0"/>
                <a:cs typeface="Times New Roman" panose="02020603050405020304" pitchFamily="18" charset="0"/>
              </a:rPr>
              <a:t>Record file access and security-related events.</a:t>
            </a:r>
          </a:p>
          <a:p>
            <a:pPr>
              <a:lnSpc>
                <a:spcPct val="150000"/>
              </a:lnSpc>
            </a:pPr>
            <a:r>
              <a:rPr lang="en-IN" sz="2000" b="1" dirty="0">
                <a:latin typeface="Times New Roman" panose="02020603050405020304" pitchFamily="18" charset="0"/>
                <a:cs typeface="Times New Roman" panose="02020603050405020304" pitchFamily="18" charset="0"/>
              </a:rPr>
              <a:t>☁️ Multi-Cloud Support</a:t>
            </a:r>
          </a:p>
          <a:p>
            <a:pPr>
              <a:lnSpc>
                <a:spcPct val="150000"/>
              </a:lnSpc>
            </a:pPr>
            <a:r>
              <a:rPr lang="en-IN" sz="2000" dirty="0">
                <a:latin typeface="Times New Roman" panose="02020603050405020304" pitchFamily="18" charset="0"/>
                <a:cs typeface="Times New Roman" panose="02020603050405020304" pitchFamily="18" charset="0"/>
              </a:rPr>
              <a:t>Store encrypted data across multiple cloud platforms.</a:t>
            </a:r>
          </a:p>
          <a:p>
            <a:pPr>
              <a:lnSpc>
                <a:spcPct val="150000"/>
              </a:lnSpc>
            </a:pPr>
            <a:r>
              <a:rPr lang="en-IN" sz="2000" b="1" dirty="0">
                <a:latin typeface="Times New Roman" panose="02020603050405020304" pitchFamily="18" charset="0"/>
                <a:cs typeface="Times New Roman" panose="02020603050405020304" pitchFamily="18" charset="0"/>
              </a:rPr>
              <a:t>🔑 Hardware Security Modules</a:t>
            </a:r>
          </a:p>
          <a:p>
            <a:pPr>
              <a:lnSpc>
                <a:spcPct val="150000"/>
              </a:lnSpc>
            </a:pPr>
            <a:r>
              <a:rPr lang="en-IN" sz="2000" dirty="0">
                <a:latin typeface="Times New Roman" panose="02020603050405020304" pitchFamily="18" charset="0"/>
                <a:cs typeface="Times New Roman" panose="02020603050405020304" pitchFamily="18" charset="0"/>
              </a:rPr>
              <a:t>Provide stronger protection for sensitive private keys.</a:t>
            </a:r>
          </a:p>
        </p:txBody>
      </p:sp>
    </p:spTree>
    <p:extLst>
      <p:ext uri="{BB962C8B-B14F-4D97-AF65-F5344CB8AC3E}">
        <p14:creationId xmlns:p14="http://schemas.microsoft.com/office/powerpoint/2010/main" val="2996220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n Thank You Stock Illustrations – 2,010 Man Thank You Stock Illustrations, Vectors &amp; Clipart - Dreamstime">
            <a:extLst>
              <a:ext uri="{FF2B5EF4-FFF2-40B4-BE49-F238E27FC236}">
                <a16:creationId xmlns:a16="http://schemas.microsoft.com/office/drawing/2014/main" id="{B6C2433D-3BA5-BD67-9F98-28936FB4EA9F}"/>
              </a:ext>
            </a:extLst>
          </p:cNvPr>
          <p:cNvPicPr>
            <a:picLocks noChangeAspect="1"/>
          </p:cNvPicPr>
          <p:nvPr/>
        </p:nvPicPr>
        <p:blipFill>
          <a:blip r:embed="rId2"/>
          <a:stretch>
            <a:fillRect/>
          </a:stretch>
        </p:blipFill>
        <p:spPr>
          <a:xfrm>
            <a:off x="2831691" y="481781"/>
            <a:ext cx="6162368" cy="6162368"/>
          </a:xfrm>
          <a:prstGeom prst="rect">
            <a:avLst/>
          </a:prstGeom>
        </p:spPr>
      </p:pic>
    </p:spTree>
    <p:extLst>
      <p:ext uri="{BB962C8B-B14F-4D97-AF65-F5344CB8AC3E}">
        <p14:creationId xmlns:p14="http://schemas.microsoft.com/office/powerpoint/2010/main" val="3638988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103</TotalTime>
  <Words>844</Words>
  <Application>Microsoft Office PowerPoint</Application>
  <PresentationFormat>Widescreen</PresentationFormat>
  <Paragraphs>122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Times New Roman</vt:lpstr>
      <vt:lpstr>Wingdings</vt:lpstr>
      <vt:lpstr>Office Theme</vt:lpstr>
      <vt:lpstr>Secure Cloud Storage with Hybrid Encryption Using AES and RSA</vt:lpstr>
      <vt:lpstr>INTRODUCTION</vt:lpstr>
      <vt:lpstr>PROBLEM STATEMENT</vt:lpstr>
      <vt:lpstr>PROPOSED SYSTEM</vt:lpstr>
      <vt:lpstr>MODULE 1: USER AUTHENTICATION</vt:lpstr>
      <vt:lpstr>MODULE 2: AES FILE ENCRYPTION</vt:lpstr>
      <vt:lpstr>MODULE 3 — RSA-2048 KEY PROTECTION &amp; MANAGEMENT</vt:lpstr>
      <vt:lpstr>MODULE 4 — SECURE CLOUD UPLOAD, DOWNLOAD &amp; DECRYPTION</vt:lpstr>
      <vt:lpstr>TOOLS &amp; TECHNOLOGIES</vt:lpstr>
      <vt:lpstr>PowerPoint Presentation</vt:lpstr>
      <vt:lpstr>OUTPUT</vt:lpstr>
      <vt:lpstr>CONCLUSION</vt:lpstr>
      <vt:lpstr>FUTURE ENHANCEMENTS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SRIMATHI B</dc:creator>
  <cp:lastModifiedBy>Varshan .g</cp:lastModifiedBy>
  <cp:revision>6</cp:revision>
  <dcterms:created xsi:type="dcterms:W3CDTF">2026-07-31T01:34:49Z</dcterms:created>
  <dcterms:modified xsi:type="dcterms:W3CDTF">2026-09-04T04:18:48Z</dcterms:modified>
</cp:coreProperties>
</file>